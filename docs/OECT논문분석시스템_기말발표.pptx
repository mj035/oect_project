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embeddedFontLst>
    <p:embeddedFont>
      <p:font typeface="Noto Sans KR" panose="020B0200000000000000" pitchFamily="50" charset="-127"/>
      <p:regular r:id="rId17"/>
      <p:bold r:id="rId18"/>
    </p:embeddedFont>
    <p:embeddedFont>
      <p:font typeface="Roboto" panose="02000000000000000000" pitchFamily="2" charset="0"/>
      <p:regular r:id="rId19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416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65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34" Type="http://schemas.openxmlformats.org/officeDocument/2006/relationships/image" Target="../media/image73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33" Type="http://schemas.openxmlformats.org/officeDocument/2006/relationships/image" Target="../media/image72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32" Type="http://schemas.openxmlformats.org/officeDocument/2006/relationships/image" Target="../media/image71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28" Type="http://schemas.openxmlformats.org/officeDocument/2006/relationships/image" Target="../media/image67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31" Type="http://schemas.openxmlformats.org/officeDocument/2006/relationships/image" Target="../media/image70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Relationship Id="rId30" Type="http://schemas.openxmlformats.org/officeDocument/2006/relationships/image" Target="../media/image69.png"/><Relationship Id="rId8" Type="http://schemas.openxmlformats.org/officeDocument/2006/relationships/image" Target="../media/image4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18" Type="http://schemas.openxmlformats.org/officeDocument/2006/relationships/image" Target="../media/image103.png"/><Relationship Id="rId3" Type="http://schemas.openxmlformats.org/officeDocument/2006/relationships/image" Target="../media/image88.png"/><Relationship Id="rId21" Type="http://schemas.openxmlformats.org/officeDocument/2006/relationships/image" Target="../media/image106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01.png"/><Relationship Id="rId20" Type="http://schemas.openxmlformats.org/officeDocument/2006/relationships/image" Target="../media/image10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5" Type="http://schemas.openxmlformats.org/officeDocument/2006/relationships/image" Target="../media/image100.png"/><Relationship Id="rId10" Type="http://schemas.openxmlformats.org/officeDocument/2006/relationships/image" Target="../media/image95.png"/><Relationship Id="rId19" Type="http://schemas.openxmlformats.org/officeDocument/2006/relationships/image" Target="../media/image104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Relationship Id="rId14" Type="http://schemas.openxmlformats.org/officeDocument/2006/relationships/image" Target="../media/image99.png"/><Relationship Id="rId22" Type="http://schemas.openxmlformats.org/officeDocument/2006/relationships/image" Target="../media/image10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26" Type="http://schemas.openxmlformats.org/officeDocument/2006/relationships/image" Target="../media/image131.png"/><Relationship Id="rId3" Type="http://schemas.openxmlformats.org/officeDocument/2006/relationships/image" Target="../media/image108.png"/><Relationship Id="rId21" Type="http://schemas.openxmlformats.org/officeDocument/2006/relationships/image" Target="../media/image126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5" Type="http://schemas.openxmlformats.org/officeDocument/2006/relationships/image" Target="../media/image13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21.png"/><Relationship Id="rId20" Type="http://schemas.openxmlformats.org/officeDocument/2006/relationships/image" Target="../media/image125.png"/><Relationship Id="rId29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24" Type="http://schemas.openxmlformats.org/officeDocument/2006/relationships/image" Target="../media/image129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23" Type="http://schemas.openxmlformats.org/officeDocument/2006/relationships/image" Target="../media/image128.png"/><Relationship Id="rId28" Type="http://schemas.openxmlformats.org/officeDocument/2006/relationships/image" Target="../media/image133.png"/><Relationship Id="rId10" Type="http://schemas.openxmlformats.org/officeDocument/2006/relationships/image" Target="../media/image115.png"/><Relationship Id="rId19" Type="http://schemas.openxmlformats.org/officeDocument/2006/relationships/image" Target="../media/image124.png"/><Relationship Id="rId31" Type="http://schemas.openxmlformats.org/officeDocument/2006/relationships/image" Target="../media/image136.png"/><Relationship Id="rId4" Type="http://schemas.openxmlformats.org/officeDocument/2006/relationships/image" Target="../media/image109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Relationship Id="rId22" Type="http://schemas.openxmlformats.org/officeDocument/2006/relationships/image" Target="../media/image127.png"/><Relationship Id="rId27" Type="http://schemas.openxmlformats.org/officeDocument/2006/relationships/image" Target="../media/image132.png"/><Relationship Id="rId30" Type="http://schemas.openxmlformats.org/officeDocument/2006/relationships/image" Target="../media/image1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18" Type="http://schemas.openxmlformats.org/officeDocument/2006/relationships/image" Target="../media/image152.png"/><Relationship Id="rId26" Type="http://schemas.openxmlformats.org/officeDocument/2006/relationships/image" Target="../media/image160.png"/><Relationship Id="rId3" Type="http://schemas.openxmlformats.org/officeDocument/2006/relationships/image" Target="../media/image137.png"/><Relationship Id="rId21" Type="http://schemas.openxmlformats.org/officeDocument/2006/relationships/image" Target="../media/image155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17" Type="http://schemas.openxmlformats.org/officeDocument/2006/relationships/image" Target="../media/image151.png"/><Relationship Id="rId25" Type="http://schemas.openxmlformats.org/officeDocument/2006/relationships/image" Target="../media/image159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50.png"/><Relationship Id="rId20" Type="http://schemas.openxmlformats.org/officeDocument/2006/relationships/image" Target="../media/image1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24" Type="http://schemas.openxmlformats.org/officeDocument/2006/relationships/image" Target="../media/image158.png"/><Relationship Id="rId5" Type="http://schemas.openxmlformats.org/officeDocument/2006/relationships/image" Target="../media/image139.png"/><Relationship Id="rId15" Type="http://schemas.openxmlformats.org/officeDocument/2006/relationships/image" Target="../media/image149.png"/><Relationship Id="rId23" Type="http://schemas.openxmlformats.org/officeDocument/2006/relationships/image" Target="../media/image157.png"/><Relationship Id="rId28" Type="http://schemas.openxmlformats.org/officeDocument/2006/relationships/image" Target="../media/image162.png"/><Relationship Id="rId10" Type="http://schemas.openxmlformats.org/officeDocument/2006/relationships/image" Target="../media/image144.png"/><Relationship Id="rId19" Type="http://schemas.openxmlformats.org/officeDocument/2006/relationships/image" Target="../media/image153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Relationship Id="rId14" Type="http://schemas.openxmlformats.org/officeDocument/2006/relationships/image" Target="../media/image148.png"/><Relationship Id="rId22" Type="http://schemas.openxmlformats.org/officeDocument/2006/relationships/image" Target="../media/image156.png"/><Relationship Id="rId27" Type="http://schemas.openxmlformats.org/officeDocument/2006/relationships/image" Target="../media/image16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18" Type="http://schemas.openxmlformats.org/officeDocument/2006/relationships/image" Target="../media/image178.png"/><Relationship Id="rId26" Type="http://schemas.openxmlformats.org/officeDocument/2006/relationships/image" Target="../media/image186.png"/><Relationship Id="rId3" Type="http://schemas.openxmlformats.org/officeDocument/2006/relationships/image" Target="../media/image163.png"/><Relationship Id="rId21" Type="http://schemas.openxmlformats.org/officeDocument/2006/relationships/image" Target="../media/image181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17" Type="http://schemas.openxmlformats.org/officeDocument/2006/relationships/image" Target="../media/image177.png"/><Relationship Id="rId25" Type="http://schemas.openxmlformats.org/officeDocument/2006/relationships/image" Target="../media/image18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76.png"/><Relationship Id="rId20" Type="http://schemas.openxmlformats.org/officeDocument/2006/relationships/image" Target="../media/image180.png"/><Relationship Id="rId29" Type="http://schemas.openxmlformats.org/officeDocument/2006/relationships/image" Target="../media/image1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24" Type="http://schemas.openxmlformats.org/officeDocument/2006/relationships/image" Target="../media/image184.png"/><Relationship Id="rId32" Type="http://schemas.openxmlformats.org/officeDocument/2006/relationships/image" Target="../media/image192.png"/><Relationship Id="rId5" Type="http://schemas.openxmlformats.org/officeDocument/2006/relationships/image" Target="../media/image165.png"/><Relationship Id="rId15" Type="http://schemas.openxmlformats.org/officeDocument/2006/relationships/image" Target="../media/image175.png"/><Relationship Id="rId23" Type="http://schemas.openxmlformats.org/officeDocument/2006/relationships/image" Target="../media/image183.png"/><Relationship Id="rId28" Type="http://schemas.openxmlformats.org/officeDocument/2006/relationships/image" Target="../media/image188.png"/><Relationship Id="rId10" Type="http://schemas.openxmlformats.org/officeDocument/2006/relationships/image" Target="../media/image170.png"/><Relationship Id="rId19" Type="http://schemas.openxmlformats.org/officeDocument/2006/relationships/image" Target="../media/image179.png"/><Relationship Id="rId31" Type="http://schemas.openxmlformats.org/officeDocument/2006/relationships/image" Target="../media/image191.png"/><Relationship Id="rId4" Type="http://schemas.openxmlformats.org/officeDocument/2006/relationships/image" Target="../media/image164.pn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Relationship Id="rId22" Type="http://schemas.openxmlformats.org/officeDocument/2006/relationships/image" Target="../media/image182.png"/><Relationship Id="rId27" Type="http://schemas.openxmlformats.org/officeDocument/2006/relationships/image" Target="../media/image187.png"/><Relationship Id="rId30" Type="http://schemas.openxmlformats.org/officeDocument/2006/relationships/image" Target="../media/image19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13" Type="http://schemas.openxmlformats.org/officeDocument/2006/relationships/image" Target="../media/image203.png"/><Relationship Id="rId3" Type="http://schemas.openxmlformats.org/officeDocument/2006/relationships/image" Target="../media/image193.png"/><Relationship Id="rId7" Type="http://schemas.openxmlformats.org/officeDocument/2006/relationships/image" Target="../media/image197.png"/><Relationship Id="rId12" Type="http://schemas.openxmlformats.org/officeDocument/2006/relationships/image" Target="../media/image20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6.png"/><Relationship Id="rId11" Type="http://schemas.openxmlformats.org/officeDocument/2006/relationships/image" Target="../media/image201.png"/><Relationship Id="rId5" Type="http://schemas.openxmlformats.org/officeDocument/2006/relationships/image" Target="../media/image195.png"/><Relationship Id="rId10" Type="http://schemas.openxmlformats.org/officeDocument/2006/relationships/image" Target="../media/image200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Relationship Id="rId14" Type="http://schemas.openxmlformats.org/officeDocument/2006/relationships/image" Target="../media/image20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205.png"/><Relationship Id="rId7" Type="http://schemas.openxmlformats.org/officeDocument/2006/relationships/image" Target="../media/image20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8.png"/><Relationship Id="rId5" Type="http://schemas.openxmlformats.org/officeDocument/2006/relationships/image" Target="../media/image207.png"/><Relationship Id="rId4" Type="http://schemas.openxmlformats.org/officeDocument/2006/relationships/image" Target="../media/image206.png"/><Relationship Id="rId9" Type="http://schemas.openxmlformats.org/officeDocument/2006/relationships/image" Target="../media/image2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2.png"/><Relationship Id="rId18" Type="http://schemas.openxmlformats.org/officeDocument/2006/relationships/image" Target="../media/image227.png"/><Relationship Id="rId3" Type="http://schemas.openxmlformats.org/officeDocument/2006/relationships/image" Target="../media/image212.png"/><Relationship Id="rId21" Type="http://schemas.openxmlformats.org/officeDocument/2006/relationships/image" Target="../media/image230.png"/><Relationship Id="rId7" Type="http://schemas.openxmlformats.org/officeDocument/2006/relationships/image" Target="../media/image216.png"/><Relationship Id="rId12" Type="http://schemas.openxmlformats.org/officeDocument/2006/relationships/image" Target="../media/image221.png"/><Relationship Id="rId17" Type="http://schemas.openxmlformats.org/officeDocument/2006/relationships/image" Target="../media/image226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25.png"/><Relationship Id="rId20" Type="http://schemas.openxmlformats.org/officeDocument/2006/relationships/image" Target="../media/image2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5.png"/><Relationship Id="rId11" Type="http://schemas.openxmlformats.org/officeDocument/2006/relationships/image" Target="../media/image220.png"/><Relationship Id="rId24" Type="http://schemas.openxmlformats.org/officeDocument/2006/relationships/image" Target="../media/image233.png"/><Relationship Id="rId5" Type="http://schemas.openxmlformats.org/officeDocument/2006/relationships/image" Target="../media/image214.png"/><Relationship Id="rId15" Type="http://schemas.openxmlformats.org/officeDocument/2006/relationships/image" Target="../media/image224.png"/><Relationship Id="rId23" Type="http://schemas.openxmlformats.org/officeDocument/2006/relationships/image" Target="../media/image232.png"/><Relationship Id="rId10" Type="http://schemas.openxmlformats.org/officeDocument/2006/relationships/image" Target="../media/image219.png"/><Relationship Id="rId19" Type="http://schemas.openxmlformats.org/officeDocument/2006/relationships/image" Target="../media/image228.png"/><Relationship Id="rId4" Type="http://schemas.openxmlformats.org/officeDocument/2006/relationships/image" Target="../media/image213.png"/><Relationship Id="rId9" Type="http://schemas.openxmlformats.org/officeDocument/2006/relationships/image" Target="../media/image218.png"/><Relationship Id="rId14" Type="http://schemas.openxmlformats.org/officeDocument/2006/relationships/image" Target="../media/image223.png"/><Relationship Id="rId22" Type="http://schemas.openxmlformats.org/officeDocument/2006/relationships/image" Target="../media/image2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3" Type="http://schemas.openxmlformats.org/officeDocument/2006/relationships/image" Target="../media/image234.png"/><Relationship Id="rId7" Type="http://schemas.openxmlformats.org/officeDocument/2006/relationships/image" Target="../media/image2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7.png"/><Relationship Id="rId11" Type="http://schemas.openxmlformats.org/officeDocument/2006/relationships/image" Target="../media/image242.png"/><Relationship Id="rId5" Type="http://schemas.openxmlformats.org/officeDocument/2006/relationships/image" Target="../media/image236.png"/><Relationship Id="rId10" Type="http://schemas.openxmlformats.org/officeDocument/2006/relationships/image" Target="../media/image241.png"/><Relationship Id="rId4" Type="http://schemas.openxmlformats.org/officeDocument/2006/relationships/image" Target="../media/image235.png"/><Relationship Id="rId9" Type="http://schemas.openxmlformats.org/officeDocument/2006/relationships/image" Target="../media/image2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13" Type="http://schemas.openxmlformats.org/officeDocument/2006/relationships/image" Target="../media/image253.png"/><Relationship Id="rId18" Type="http://schemas.openxmlformats.org/officeDocument/2006/relationships/image" Target="../media/image258.png"/><Relationship Id="rId3" Type="http://schemas.openxmlformats.org/officeDocument/2006/relationships/image" Target="../media/image243.png"/><Relationship Id="rId7" Type="http://schemas.openxmlformats.org/officeDocument/2006/relationships/image" Target="../media/image247.png"/><Relationship Id="rId12" Type="http://schemas.openxmlformats.org/officeDocument/2006/relationships/image" Target="../media/image252.png"/><Relationship Id="rId17" Type="http://schemas.openxmlformats.org/officeDocument/2006/relationships/image" Target="../media/image257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6.png"/><Relationship Id="rId11" Type="http://schemas.openxmlformats.org/officeDocument/2006/relationships/image" Target="../media/image251.png"/><Relationship Id="rId5" Type="http://schemas.openxmlformats.org/officeDocument/2006/relationships/image" Target="../media/image245.png"/><Relationship Id="rId15" Type="http://schemas.openxmlformats.org/officeDocument/2006/relationships/image" Target="../media/image255.png"/><Relationship Id="rId10" Type="http://schemas.openxmlformats.org/officeDocument/2006/relationships/image" Target="../media/image250.png"/><Relationship Id="rId4" Type="http://schemas.openxmlformats.org/officeDocument/2006/relationships/image" Target="../media/image244.png"/><Relationship Id="rId9" Type="http://schemas.openxmlformats.org/officeDocument/2006/relationships/image" Target="../media/image249.png"/><Relationship Id="rId14" Type="http://schemas.openxmlformats.org/officeDocument/2006/relationships/image" Target="../media/image2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png"/><Relationship Id="rId13" Type="http://schemas.openxmlformats.org/officeDocument/2006/relationships/image" Target="../media/image269.png"/><Relationship Id="rId3" Type="http://schemas.openxmlformats.org/officeDocument/2006/relationships/image" Target="../media/image259.png"/><Relationship Id="rId7" Type="http://schemas.openxmlformats.org/officeDocument/2006/relationships/image" Target="../media/image263.png"/><Relationship Id="rId12" Type="http://schemas.openxmlformats.org/officeDocument/2006/relationships/image" Target="../media/image26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2.png"/><Relationship Id="rId11" Type="http://schemas.openxmlformats.org/officeDocument/2006/relationships/image" Target="../media/image267.png"/><Relationship Id="rId5" Type="http://schemas.openxmlformats.org/officeDocument/2006/relationships/image" Target="../media/image261.png"/><Relationship Id="rId15" Type="http://schemas.openxmlformats.org/officeDocument/2006/relationships/image" Target="../media/image271.png"/><Relationship Id="rId10" Type="http://schemas.openxmlformats.org/officeDocument/2006/relationships/image" Target="../media/image266.png"/><Relationship Id="rId4" Type="http://schemas.openxmlformats.org/officeDocument/2006/relationships/image" Target="../media/image260.png"/><Relationship Id="rId9" Type="http://schemas.openxmlformats.org/officeDocument/2006/relationships/image" Target="../media/image265.png"/><Relationship Id="rId14" Type="http://schemas.openxmlformats.org/officeDocument/2006/relationships/image" Target="../media/image2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096000" cy="1028700"/>
          </a:xfrm>
          <a:prstGeom prst="rect">
            <a:avLst/>
          </a:prstGeom>
        </p:spPr>
      </p:pic>
      <p:pic>
        <p:nvPicPr>
          <p:cNvPr id="4" name="SK-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675" y="1186309"/>
            <a:ext cx="1901875" cy="377130"/>
          </a:xfrm>
          <a:prstGeom prst="rect">
            <a:avLst/>
          </a:prstGeom>
        </p:spPr>
      </p:pic>
      <p:pic>
        <p:nvPicPr>
          <p:cNvPr id="5" name="SK-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85" y="3437335"/>
            <a:ext cx="5486656" cy="92680"/>
          </a:xfrm>
          <a:prstGeom prst="rect">
            <a:avLst/>
          </a:prstGeom>
        </p:spPr>
      </p:pic>
      <p:pic>
        <p:nvPicPr>
          <p:cNvPr id="6" name="SK-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657" y="5159276"/>
            <a:ext cx="5486398" cy="29634"/>
          </a:xfrm>
          <a:prstGeom prst="rect">
            <a:avLst/>
          </a:prstGeom>
        </p:spPr>
      </p:pic>
      <p:pic>
        <p:nvPicPr>
          <p:cNvPr id="7" name="SK-1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1584" y="486817"/>
            <a:ext cx="4572000" cy="5829300"/>
          </a:xfrm>
          <a:prstGeom prst="rect">
            <a:avLst/>
          </a:prstGeom>
        </p:spPr>
      </p:pic>
      <p:pic>
        <p:nvPicPr>
          <p:cNvPr id="8" name="SK-1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3013" y="3690402"/>
            <a:ext cx="234125" cy="279469"/>
          </a:xfrm>
          <a:prstGeom prst="rect">
            <a:avLst/>
          </a:prstGeom>
        </p:spPr>
      </p:pic>
      <p:pic>
        <p:nvPicPr>
          <p:cNvPr id="9" name="SK-1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0409" y="3910499"/>
            <a:ext cx="62480" cy="62481"/>
          </a:xfrm>
          <a:prstGeom prst="rect">
            <a:avLst/>
          </a:prstGeom>
        </p:spPr>
      </p:pic>
      <p:pic>
        <p:nvPicPr>
          <p:cNvPr id="10" name="SK-1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78588" y="4066729"/>
            <a:ext cx="3937992" cy="1659582"/>
          </a:xfrm>
          <a:prstGeom prst="rect">
            <a:avLst/>
          </a:prstGeom>
        </p:spPr>
      </p:pic>
      <p:pic>
        <p:nvPicPr>
          <p:cNvPr id="11" name="SK-1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88275" y="4183261"/>
            <a:ext cx="1182588" cy="692646"/>
          </a:xfrm>
          <a:prstGeom prst="rect">
            <a:avLst/>
          </a:prstGeom>
        </p:spPr>
      </p:pic>
      <p:pic>
        <p:nvPicPr>
          <p:cNvPr id="12" name="SK-1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92753" y="4183261"/>
            <a:ext cx="1182588" cy="692646"/>
          </a:xfrm>
          <a:prstGeom prst="rect">
            <a:avLst/>
          </a:prstGeom>
        </p:spPr>
      </p:pic>
      <p:pic>
        <p:nvPicPr>
          <p:cNvPr id="13" name="SK-1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97380" y="4183261"/>
            <a:ext cx="1182588" cy="692646"/>
          </a:xfrm>
          <a:prstGeom prst="rect">
            <a:avLst/>
          </a:prstGeom>
        </p:spPr>
      </p:pic>
      <p:pic>
        <p:nvPicPr>
          <p:cNvPr id="14" name="SK-1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88275" y="4965055"/>
            <a:ext cx="1182588" cy="692646"/>
          </a:xfrm>
          <a:prstGeom prst="rect">
            <a:avLst/>
          </a:prstGeom>
        </p:spPr>
      </p:pic>
      <p:pic>
        <p:nvPicPr>
          <p:cNvPr id="15" name="SK-1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92753" y="4965055"/>
            <a:ext cx="1182588" cy="692646"/>
          </a:xfrm>
          <a:prstGeom prst="rect">
            <a:avLst/>
          </a:prstGeom>
        </p:spPr>
      </p:pic>
      <p:pic>
        <p:nvPicPr>
          <p:cNvPr id="16" name="SK-1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97380" y="4965055"/>
            <a:ext cx="1182588" cy="692646"/>
          </a:xfrm>
          <a:prstGeom prst="rect">
            <a:avLst/>
          </a:prstGeom>
        </p:spPr>
      </p:pic>
      <p:pic>
        <p:nvPicPr>
          <p:cNvPr id="17" name="SK-1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6645325"/>
            <a:ext cx="12192000" cy="82153"/>
          </a:xfrm>
          <a:prstGeom prst="rect">
            <a:avLst/>
          </a:prstGeom>
        </p:spPr>
      </p:pic>
      <p:pic>
        <p:nvPicPr>
          <p:cNvPr id="18" name="SK-1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375255" y="5061198"/>
            <a:ext cx="292596" cy="294829"/>
          </a:xfrm>
          <a:prstGeom prst="rect">
            <a:avLst/>
          </a:prstGeom>
        </p:spPr>
      </p:pic>
      <p:pic>
        <p:nvPicPr>
          <p:cNvPr id="19" name="SK-1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95184" y="5074890"/>
            <a:ext cx="304800" cy="274290"/>
          </a:xfrm>
          <a:prstGeom prst="rect">
            <a:avLst/>
          </a:prstGeom>
        </p:spPr>
      </p:pic>
      <p:pic>
        <p:nvPicPr>
          <p:cNvPr id="20" name="SK-1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27169" y="5068044"/>
            <a:ext cx="280392" cy="281136"/>
          </a:xfrm>
          <a:prstGeom prst="rect">
            <a:avLst/>
          </a:prstGeom>
        </p:spPr>
      </p:pic>
      <p:pic>
        <p:nvPicPr>
          <p:cNvPr id="21" name="SK-1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363200" y="4293096"/>
            <a:ext cx="329059" cy="267444"/>
          </a:xfrm>
          <a:prstGeom prst="rect">
            <a:avLst/>
          </a:prstGeom>
        </p:spPr>
      </p:pic>
      <p:pic>
        <p:nvPicPr>
          <p:cNvPr id="22" name="SK-1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70777" y="4272409"/>
            <a:ext cx="329059" cy="287982"/>
          </a:xfrm>
          <a:prstGeom prst="rect">
            <a:avLst/>
          </a:prstGeom>
        </p:spPr>
      </p:pic>
      <p:pic>
        <p:nvPicPr>
          <p:cNvPr id="23" name="SK-1-img-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27169" y="4279255"/>
            <a:ext cx="268188" cy="287982"/>
          </a:xfrm>
          <a:prstGeom prst="rect">
            <a:avLst/>
          </a:prstGeom>
        </p:spPr>
      </p:pic>
      <p:pic>
        <p:nvPicPr>
          <p:cNvPr id="24" name="SK-1-img-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485263" y="2071092"/>
            <a:ext cx="402282" cy="315367"/>
          </a:xfrm>
          <a:prstGeom prst="rect">
            <a:avLst/>
          </a:prstGeom>
        </p:spPr>
      </p:pic>
      <p:pic>
        <p:nvPicPr>
          <p:cNvPr id="25" name="SK-1-img-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51577" y="2352229"/>
            <a:ext cx="1536055" cy="1392138"/>
          </a:xfrm>
          <a:prstGeom prst="rect">
            <a:avLst/>
          </a:prstGeom>
        </p:spPr>
      </p:pic>
      <p:pic>
        <p:nvPicPr>
          <p:cNvPr id="26" name="SK-1-img-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10165" y="763786"/>
            <a:ext cx="1670298" cy="1302990"/>
          </a:xfrm>
          <a:prstGeom prst="rect">
            <a:avLst/>
          </a:prstGeom>
        </p:spPr>
      </p:pic>
      <p:pic>
        <p:nvPicPr>
          <p:cNvPr id="27" name="SK-1-img-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86980" y="5452021"/>
            <a:ext cx="231577" cy="233065"/>
          </a:xfrm>
          <a:prstGeom prst="rect">
            <a:avLst/>
          </a:prstGeom>
        </p:spPr>
      </p:pic>
      <p:sp>
        <p:nvSpPr>
          <p:cNvPr id="28" name="SK-1-text-27"/>
          <p:cNvSpPr/>
          <p:nvPr/>
        </p:nvSpPr>
        <p:spPr>
          <a:xfrm>
            <a:off x="759590" y="1275457"/>
            <a:ext cx="4133850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학부 기말 발표 · 2026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9" name="SK-1-text-28"/>
          <p:cNvSpPr/>
          <p:nvPr/>
        </p:nvSpPr>
        <p:spPr>
          <a:xfrm>
            <a:off x="658267" y="1810494"/>
            <a:ext cx="5522863" cy="141952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연구 도우미</a:t>
            </a:r>
            <a:endParaRPr lang="en-US" sz="4200" dirty="0"/>
          </a:p>
          <a:p>
            <a:pPr marL="0" indent="0" algn="l">
              <a:lnSpc>
                <a:spcPts val="546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OECT 논문 분석 시스템</a:t>
            </a:r>
            <a:endParaRPr lang="en-US" sz="4200" dirty="0"/>
          </a:p>
        </p:txBody>
      </p:sp>
      <p:sp>
        <p:nvSpPr>
          <p:cNvPr id="30" name="SK-1-text-29"/>
          <p:cNvSpPr/>
          <p:nvPr/>
        </p:nvSpPr>
        <p:spPr>
          <a:xfrm>
            <a:off x="670471" y="3751213"/>
            <a:ext cx="10995660" cy="31536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2EB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MediaPipe 모션 인식 × Gemini AI × 3계층 회로 폴백</a:t>
            </a:r>
            <a:endParaRPr lang="en-US" sz="1800" dirty="0"/>
          </a:p>
        </p:txBody>
      </p:sp>
      <p:sp>
        <p:nvSpPr>
          <p:cNvPr id="31" name="SK-1-text-30"/>
          <p:cNvSpPr/>
          <p:nvPr/>
        </p:nvSpPr>
        <p:spPr>
          <a:xfrm>
            <a:off x="658267" y="4354711"/>
            <a:ext cx="4937671" cy="5280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MediaPipe 모션 인식과 Gemini AI를 결합하여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OECT 논문을 분석하고 구조화하는 시스템의 시작 페이지입니다.</a:t>
            </a:r>
            <a:endParaRPr lang="en-US" sz="1500" dirty="0"/>
          </a:p>
        </p:txBody>
      </p:sp>
      <p:sp>
        <p:nvSpPr>
          <p:cNvPr id="32" name="SK-1-text-31"/>
          <p:cNvSpPr/>
          <p:nvPr/>
        </p:nvSpPr>
        <p:spPr>
          <a:xfrm>
            <a:off x="682675" y="5458867"/>
            <a:ext cx="3940492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팀명: OECT Insight</a:t>
            </a:r>
            <a:endParaRPr lang="en-US" sz="1575" dirty="0"/>
          </a:p>
        </p:txBody>
      </p:sp>
      <p:sp>
        <p:nvSpPr>
          <p:cNvPr id="33" name="SK-1-text-32"/>
          <p:cNvSpPr/>
          <p:nvPr/>
        </p:nvSpPr>
        <p:spPr>
          <a:xfrm>
            <a:off x="3291780" y="5465713"/>
            <a:ext cx="5460683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발표일: 2026. 06. </a:t>
            </a:r>
            <a:r>
              <a:rPr lang="en-US" altLang="ko-KR" sz="15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r>
              <a:rPr lang="en-US" sz="15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575" dirty="0"/>
          </a:p>
        </p:txBody>
      </p:sp>
      <p:sp>
        <p:nvSpPr>
          <p:cNvPr id="34" name="SK-1-text-33"/>
          <p:cNvSpPr/>
          <p:nvPr/>
        </p:nvSpPr>
        <p:spPr>
          <a:xfrm>
            <a:off x="9485263" y="1282303"/>
            <a:ext cx="1300163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모션 인식</a:t>
            </a:r>
            <a:endParaRPr lang="en-US" sz="1575" dirty="0"/>
          </a:p>
        </p:txBody>
      </p:sp>
      <p:sp>
        <p:nvSpPr>
          <p:cNvPr id="35" name="SK-1-text-34"/>
          <p:cNvSpPr/>
          <p:nvPr/>
        </p:nvSpPr>
        <p:spPr>
          <a:xfrm>
            <a:off x="9485263" y="2914650"/>
            <a:ext cx="2500312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검색 &amp; 분석</a:t>
            </a:r>
            <a:endParaRPr lang="en-US" sz="1575" dirty="0"/>
          </a:p>
        </p:txBody>
      </p:sp>
      <p:sp>
        <p:nvSpPr>
          <p:cNvPr id="36" name="SK-1-text-35"/>
          <p:cNvSpPr/>
          <p:nvPr/>
        </p:nvSpPr>
        <p:spPr>
          <a:xfrm>
            <a:off x="7630567" y="4608463"/>
            <a:ext cx="661392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정보</a:t>
            </a:r>
            <a:endParaRPr lang="en-US" sz="1200" dirty="0"/>
          </a:p>
        </p:txBody>
      </p:sp>
      <p:sp>
        <p:nvSpPr>
          <p:cNvPr id="37" name="SK-1-text-36"/>
          <p:cNvSpPr/>
          <p:nvPr/>
        </p:nvSpPr>
        <p:spPr>
          <a:xfrm>
            <a:off x="8910786" y="4601617"/>
            <a:ext cx="649188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소자 구조</a:t>
            </a:r>
            <a:endParaRPr lang="en-US" sz="1200" dirty="0"/>
          </a:p>
        </p:txBody>
      </p:sp>
      <p:sp>
        <p:nvSpPr>
          <p:cNvPr id="38" name="SK-1-text-37"/>
          <p:cNvSpPr/>
          <p:nvPr/>
        </p:nvSpPr>
        <p:spPr>
          <a:xfrm>
            <a:off x="10129986" y="4601617"/>
            <a:ext cx="783282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전기적 특성</a:t>
            </a:r>
            <a:endParaRPr lang="en-US" sz="1200" dirty="0"/>
          </a:p>
        </p:txBody>
      </p:sp>
      <p:sp>
        <p:nvSpPr>
          <p:cNvPr id="39" name="SK-1-text-38"/>
          <p:cNvSpPr/>
          <p:nvPr/>
        </p:nvSpPr>
        <p:spPr>
          <a:xfrm>
            <a:off x="7545288" y="5397103"/>
            <a:ext cx="795486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 및 공정</a:t>
            </a:r>
            <a:endParaRPr lang="en-US" sz="1200" dirty="0"/>
          </a:p>
        </p:txBody>
      </p:sp>
      <p:sp>
        <p:nvSpPr>
          <p:cNvPr id="40" name="SK-1-text-39"/>
          <p:cNvSpPr/>
          <p:nvPr/>
        </p:nvSpPr>
        <p:spPr>
          <a:xfrm>
            <a:off x="8910786" y="5390257"/>
            <a:ext cx="649188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</a:t>
            </a:r>
            <a:endParaRPr lang="en-US" sz="1200" dirty="0"/>
          </a:p>
        </p:txBody>
      </p:sp>
      <p:sp>
        <p:nvSpPr>
          <p:cNvPr id="41" name="SK-1-text-40"/>
          <p:cNvSpPr/>
          <p:nvPr/>
        </p:nvSpPr>
        <p:spPr>
          <a:xfrm>
            <a:off x="10068967" y="5390257"/>
            <a:ext cx="905173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인사이트</a:t>
            </a:r>
            <a:endParaRPr lang="en-US" sz="1200" dirty="0"/>
          </a:p>
        </p:txBody>
      </p:sp>
      <p:sp>
        <p:nvSpPr>
          <p:cNvPr id="42" name="SK-1-text-41"/>
          <p:cNvSpPr/>
          <p:nvPr/>
        </p:nvSpPr>
        <p:spPr>
          <a:xfrm>
            <a:off x="8657332" y="5842992"/>
            <a:ext cx="1168003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2EB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6필드 구조화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3200" y="342900"/>
            <a:ext cx="1828800" cy="6172200"/>
          </a:xfrm>
          <a:prstGeom prst="rect">
            <a:avLst/>
          </a:prstGeom>
        </p:spPr>
      </p:pic>
      <p:pic>
        <p:nvPicPr>
          <p:cNvPr id="4" name="SK-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80" y="2010817"/>
            <a:ext cx="1462980" cy="38100"/>
          </a:xfrm>
          <a:prstGeom prst="rect">
            <a:avLst/>
          </a:prstGeom>
        </p:spPr>
      </p:pic>
      <p:pic>
        <p:nvPicPr>
          <p:cNvPr id="5" name="SK-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80" y="2269927"/>
            <a:ext cx="4937671" cy="2914650"/>
          </a:xfrm>
          <a:prstGeom prst="rect">
            <a:avLst/>
          </a:prstGeom>
        </p:spPr>
      </p:pic>
      <p:pic>
        <p:nvPicPr>
          <p:cNvPr id="6" name="SK-2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1592" y="1179463"/>
            <a:ext cx="4925467" cy="1268611"/>
          </a:xfrm>
          <a:prstGeom prst="rect">
            <a:avLst/>
          </a:prstGeom>
        </p:spPr>
      </p:pic>
      <p:pic>
        <p:nvPicPr>
          <p:cNvPr id="7" name="SK-2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1592" y="1179463"/>
            <a:ext cx="97482" cy="1268611"/>
          </a:xfrm>
          <a:prstGeom prst="rect">
            <a:avLst/>
          </a:prstGeom>
        </p:spPr>
      </p:pic>
      <p:pic>
        <p:nvPicPr>
          <p:cNvPr id="8" name="SK-2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1592" y="2551063"/>
            <a:ext cx="4925467" cy="1268611"/>
          </a:xfrm>
          <a:prstGeom prst="rect">
            <a:avLst/>
          </a:prstGeom>
        </p:spPr>
      </p:pic>
      <p:pic>
        <p:nvPicPr>
          <p:cNvPr id="9" name="SK-2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1592" y="2551063"/>
            <a:ext cx="97482" cy="1268611"/>
          </a:xfrm>
          <a:prstGeom prst="rect">
            <a:avLst/>
          </a:prstGeom>
        </p:spPr>
      </p:pic>
      <p:pic>
        <p:nvPicPr>
          <p:cNvPr id="10" name="SK-2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1592" y="3922663"/>
            <a:ext cx="4925467" cy="1268611"/>
          </a:xfrm>
          <a:prstGeom prst="rect">
            <a:avLst/>
          </a:prstGeom>
        </p:spPr>
      </p:pic>
      <p:pic>
        <p:nvPicPr>
          <p:cNvPr id="11" name="SK-2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1592" y="3922663"/>
            <a:ext cx="97482" cy="1268611"/>
          </a:xfrm>
          <a:prstGeom prst="rect">
            <a:avLst/>
          </a:prstGeom>
        </p:spPr>
      </p:pic>
      <p:pic>
        <p:nvPicPr>
          <p:cNvPr id="12" name="SK-2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580" y="5472559"/>
            <a:ext cx="11094690" cy="822871"/>
          </a:xfrm>
          <a:prstGeom prst="rect">
            <a:avLst/>
          </a:prstGeom>
        </p:spPr>
      </p:pic>
      <p:pic>
        <p:nvPicPr>
          <p:cNvPr id="13" name="SK-2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580" y="6505575"/>
            <a:ext cx="11094690" cy="19050"/>
          </a:xfrm>
          <a:prstGeom prst="rect">
            <a:avLst/>
          </a:prstGeom>
        </p:spPr>
      </p:pic>
      <p:pic>
        <p:nvPicPr>
          <p:cNvPr id="14" name="SK-2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7263" y="4107805"/>
            <a:ext cx="914400" cy="864096"/>
          </a:xfrm>
          <a:prstGeom prst="rect">
            <a:avLst/>
          </a:prstGeom>
        </p:spPr>
      </p:pic>
      <p:pic>
        <p:nvPicPr>
          <p:cNvPr id="15" name="SK-2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7263" y="2729359"/>
            <a:ext cx="914400" cy="891480"/>
          </a:xfrm>
          <a:prstGeom prst="rect">
            <a:avLst/>
          </a:prstGeom>
        </p:spPr>
      </p:pic>
      <p:pic>
        <p:nvPicPr>
          <p:cNvPr id="16" name="SK-2-img-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9467" y="1371600"/>
            <a:ext cx="889992" cy="891480"/>
          </a:xfrm>
          <a:prstGeom prst="rect">
            <a:avLst/>
          </a:prstGeom>
        </p:spPr>
      </p:pic>
      <p:pic>
        <p:nvPicPr>
          <p:cNvPr id="17" name="SK-2-img-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82588" y="2791123"/>
            <a:ext cx="3718471" cy="1412677"/>
          </a:xfrm>
          <a:prstGeom prst="rect">
            <a:avLst/>
          </a:prstGeom>
        </p:spPr>
      </p:pic>
      <p:sp>
        <p:nvSpPr>
          <p:cNvPr id="18" name="SK-2-text-17"/>
          <p:cNvSpPr/>
          <p:nvPr/>
        </p:nvSpPr>
        <p:spPr>
          <a:xfrm>
            <a:off x="524173" y="411361"/>
            <a:ext cx="3348038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4DB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 · PROBLEM</a:t>
            </a:r>
            <a:endParaRPr lang="en-US" sz="1425" dirty="0"/>
          </a:p>
        </p:txBody>
      </p:sp>
      <p:sp>
        <p:nvSpPr>
          <p:cNvPr id="19" name="SK-2-text-18"/>
          <p:cNvSpPr/>
          <p:nvPr/>
        </p:nvSpPr>
        <p:spPr>
          <a:xfrm>
            <a:off x="524173" y="795486"/>
            <a:ext cx="3340596" cy="9943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OECT 논문 분석의</a:t>
            </a:r>
            <a:endParaRPr lang="en-US" sz="3150" dirty="0"/>
          </a:p>
          <a:p>
            <a:pPr marL="0" indent="0" algn="l">
              <a:lnSpc>
                <a:spcPts val="378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어려움과 필요성</a:t>
            </a:r>
            <a:endParaRPr lang="en-US" sz="3150" dirty="0"/>
          </a:p>
        </p:txBody>
      </p:sp>
      <p:sp>
        <p:nvSpPr>
          <p:cNvPr id="20" name="SK-2-text-19"/>
          <p:cNvSpPr/>
          <p:nvPr/>
        </p:nvSpPr>
        <p:spPr>
          <a:xfrm>
            <a:off x="2255490" y="2461915"/>
            <a:ext cx="2479358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4DB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OECT란 무엇인가?</a:t>
            </a:r>
            <a:endParaRPr lang="en-US" sz="1425" dirty="0"/>
          </a:p>
        </p:txBody>
      </p:sp>
      <p:sp>
        <p:nvSpPr>
          <p:cNvPr id="21" name="SK-2-text-20"/>
          <p:cNvSpPr/>
          <p:nvPr/>
        </p:nvSpPr>
        <p:spPr>
          <a:xfrm>
            <a:off x="975271" y="4375398"/>
            <a:ext cx="7080885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OECT는 생체 신호 센싱·약물 전달의 핵심 바이오 전자 소자</a:t>
            </a:r>
            <a:endParaRPr lang="en-US" sz="1350" dirty="0"/>
          </a:p>
        </p:txBody>
      </p:sp>
      <p:sp>
        <p:nvSpPr>
          <p:cNvPr id="22" name="SK-2-text-21"/>
          <p:cNvSpPr/>
          <p:nvPr/>
        </p:nvSpPr>
        <p:spPr>
          <a:xfrm>
            <a:off x="1548259" y="4731990"/>
            <a:ext cx="4406265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논문마다 재료·구조·공정이 완전히 다름</a:t>
            </a:r>
            <a:endParaRPr lang="en-US" sz="1350" dirty="0"/>
          </a:p>
        </p:txBody>
      </p:sp>
      <p:sp>
        <p:nvSpPr>
          <p:cNvPr id="23" name="SK-2-text-22"/>
          <p:cNvSpPr/>
          <p:nvPr/>
        </p:nvSpPr>
        <p:spPr>
          <a:xfrm>
            <a:off x="7632055" y="1453753"/>
            <a:ext cx="3095625" cy="3016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시간이 너무 걸린다</a:t>
            </a:r>
            <a:endParaRPr lang="en-US" sz="1950" dirty="0"/>
          </a:p>
        </p:txBody>
      </p:sp>
      <p:sp>
        <p:nvSpPr>
          <p:cNvPr id="24" name="SK-2-text-23"/>
          <p:cNvSpPr/>
          <p:nvPr/>
        </p:nvSpPr>
        <p:spPr>
          <a:xfrm>
            <a:off x="7632055" y="1865263"/>
            <a:ext cx="4559945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정보 파악에 논문 한 편당 수십 분 소요</a:t>
            </a:r>
            <a:endParaRPr lang="en-US" sz="1350" dirty="0"/>
          </a:p>
        </p:txBody>
      </p:sp>
      <p:sp>
        <p:nvSpPr>
          <p:cNvPr id="25" name="SK-2-text-24"/>
          <p:cNvSpPr/>
          <p:nvPr/>
        </p:nvSpPr>
        <p:spPr>
          <a:xfrm>
            <a:off x="7632055" y="2777430"/>
            <a:ext cx="3392805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검색 툴의 한계</a:t>
            </a:r>
            <a:endParaRPr lang="en-US" sz="1950" dirty="0"/>
          </a:p>
        </p:txBody>
      </p:sp>
      <p:sp>
        <p:nvSpPr>
          <p:cNvPr id="26" name="SK-2-text-25"/>
          <p:cNvSpPr/>
          <p:nvPr/>
        </p:nvSpPr>
        <p:spPr>
          <a:xfrm>
            <a:off x="7632055" y="3188940"/>
            <a:ext cx="3994785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검색 → 초록 확인에서 끝.</a:t>
            </a:r>
            <a:endParaRPr lang="en-US" sz="1350" dirty="0"/>
          </a:p>
        </p:txBody>
      </p:sp>
      <p:sp>
        <p:nvSpPr>
          <p:cNvPr id="27" name="SK-2-text-26"/>
          <p:cNvSpPr/>
          <p:nvPr/>
        </p:nvSpPr>
        <p:spPr>
          <a:xfrm>
            <a:off x="7632055" y="3415159"/>
            <a:ext cx="2966085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회로·재료 자동 추출 불가</a:t>
            </a:r>
            <a:endParaRPr lang="en-US" sz="1350" dirty="0"/>
          </a:p>
        </p:txBody>
      </p:sp>
      <p:sp>
        <p:nvSpPr>
          <p:cNvPr id="28" name="SK-2-text-27"/>
          <p:cNvSpPr/>
          <p:nvPr/>
        </p:nvSpPr>
        <p:spPr>
          <a:xfrm>
            <a:off x="7632055" y="4169569"/>
            <a:ext cx="3689985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정보가 파편화되어 있다</a:t>
            </a:r>
            <a:endParaRPr lang="en-US" sz="1950" dirty="0"/>
          </a:p>
        </p:txBody>
      </p:sp>
      <p:sp>
        <p:nvSpPr>
          <p:cNvPr id="29" name="SK-2-text-28"/>
          <p:cNvSpPr/>
          <p:nvPr/>
        </p:nvSpPr>
        <p:spPr>
          <a:xfrm>
            <a:off x="7632055" y="4567386"/>
            <a:ext cx="3048000" cy="43889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재료, 구조, 공정, 회로가 논문 전체에 흩어져</a:t>
            </a:r>
            <a:endParaRPr lang="en-US" sz="135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350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불가</a:t>
            </a:r>
            <a:endParaRPr lang="en-US" sz="1350" dirty="0"/>
          </a:p>
        </p:txBody>
      </p:sp>
      <p:sp>
        <p:nvSpPr>
          <p:cNvPr id="30" name="SK-2-text-29"/>
          <p:cNvSpPr/>
          <p:nvPr/>
        </p:nvSpPr>
        <p:spPr>
          <a:xfrm>
            <a:off x="1545580" y="5692080"/>
            <a:ext cx="9173766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27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연구자가 바로 비교·활용 가능한 구조화 정보로 변환이 필요</a:t>
            </a:r>
            <a:endParaRPr lang="en-US" sz="2775" dirty="0"/>
          </a:p>
        </p:txBody>
      </p:sp>
      <p:sp>
        <p:nvSpPr>
          <p:cNvPr id="31" name="SK-2-text-30"/>
          <p:cNvSpPr/>
          <p:nvPr/>
        </p:nvSpPr>
        <p:spPr>
          <a:xfrm>
            <a:off x="11045875" y="6563023"/>
            <a:ext cx="1146125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4DB8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/ 15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6290" y="20538"/>
            <a:ext cx="3499098" cy="1316682"/>
          </a:xfrm>
          <a:prstGeom prst="rect">
            <a:avLst/>
          </a:prstGeom>
        </p:spPr>
      </p:pic>
      <p:pic>
        <p:nvPicPr>
          <p:cNvPr id="4" name="SK-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486" y="1407319"/>
            <a:ext cx="987475" cy="38100"/>
          </a:xfrm>
          <a:prstGeom prst="rect">
            <a:avLst/>
          </a:prstGeom>
        </p:spPr>
      </p:pic>
      <p:pic>
        <p:nvPicPr>
          <p:cNvPr id="5" name="SK-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65" y="2146548"/>
            <a:ext cx="3194298" cy="2846040"/>
          </a:xfrm>
          <a:prstGeom prst="rect">
            <a:avLst/>
          </a:prstGeom>
        </p:spPr>
      </p:pic>
      <p:pic>
        <p:nvPicPr>
          <p:cNvPr id="6" name="SK-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9357" y="1865263"/>
            <a:ext cx="804565" cy="500509"/>
          </a:xfrm>
          <a:prstGeom prst="rect">
            <a:avLst/>
          </a:prstGeom>
        </p:spPr>
      </p:pic>
      <p:pic>
        <p:nvPicPr>
          <p:cNvPr id="7" name="SK-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8624" y="3124117"/>
            <a:ext cx="693077" cy="554804"/>
          </a:xfrm>
          <a:prstGeom prst="rect">
            <a:avLst/>
          </a:prstGeom>
        </p:spPr>
      </p:pic>
      <p:pic>
        <p:nvPicPr>
          <p:cNvPr id="8" name="SK-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9994" y="3497216"/>
            <a:ext cx="163983" cy="163983"/>
          </a:xfrm>
          <a:prstGeom prst="rect">
            <a:avLst/>
          </a:prstGeom>
        </p:spPr>
      </p:pic>
      <p:pic>
        <p:nvPicPr>
          <p:cNvPr id="9" name="SK-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5553" y="2146548"/>
            <a:ext cx="3194298" cy="2846040"/>
          </a:xfrm>
          <a:prstGeom prst="rect">
            <a:avLst/>
          </a:prstGeom>
        </p:spPr>
      </p:pic>
      <p:pic>
        <p:nvPicPr>
          <p:cNvPr id="10" name="SK-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0494" y="1865263"/>
            <a:ext cx="804565" cy="500509"/>
          </a:xfrm>
          <a:prstGeom prst="rect">
            <a:avLst/>
          </a:prstGeom>
        </p:spPr>
      </p:pic>
      <p:pic>
        <p:nvPicPr>
          <p:cNvPr id="11" name="SK-3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6690" y="2146548"/>
            <a:ext cx="3194298" cy="2846040"/>
          </a:xfrm>
          <a:prstGeom prst="rect">
            <a:avLst/>
          </a:prstGeom>
        </p:spPr>
      </p:pic>
      <p:pic>
        <p:nvPicPr>
          <p:cNvPr id="12" name="SK-3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1482" y="1810494"/>
            <a:ext cx="804565" cy="500509"/>
          </a:xfrm>
          <a:prstGeom prst="rect">
            <a:avLst/>
          </a:prstGeom>
        </p:spPr>
      </p:pic>
      <p:pic>
        <p:nvPicPr>
          <p:cNvPr id="13" name="SK-3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9992" y="2489448"/>
            <a:ext cx="743694" cy="651421"/>
          </a:xfrm>
          <a:prstGeom prst="rect">
            <a:avLst/>
          </a:prstGeom>
        </p:spPr>
      </p:pic>
      <p:pic>
        <p:nvPicPr>
          <p:cNvPr id="14" name="SK-3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02353" y="2489448"/>
            <a:ext cx="743694" cy="651421"/>
          </a:xfrm>
          <a:prstGeom prst="rect">
            <a:avLst/>
          </a:prstGeom>
        </p:spPr>
      </p:pic>
      <p:pic>
        <p:nvPicPr>
          <p:cNvPr id="15" name="SK-3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07067" y="2489448"/>
            <a:ext cx="743694" cy="651421"/>
          </a:xfrm>
          <a:prstGeom prst="rect">
            <a:avLst/>
          </a:prstGeom>
        </p:spPr>
      </p:pic>
      <p:pic>
        <p:nvPicPr>
          <p:cNvPr id="16" name="SK-3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09992" y="3209479"/>
            <a:ext cx="743694" cy="651421"/>
          </a:xfrm>
          <a:prstGeom prst="rect">
            <a:avLst/>
          </a:prstGeom>
        </p:spPr>
      </p:pic>
      <p:pic>
        <p:nvPicPr>
          <p:cNvPr id="17" name="SK-3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02353" y="3209479"/>
            <a:ext cx="743694" cy="651421"/>
          </a:xfrm>
          <a:prstGeom prst="rect">
            <a:avLst/>
          </a:prstGeom>
        </p:spPr>
      </p:pic>
      <p:pic>
        <p:nvPicPr>
          <p:cNvPr id="18" name="SK-3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07067" y="3209479"/>
            <a:ext cx="743694" cy="651421"/>
          </a:xfrm>
          <a:prstGeom prst="rect">
            <a:avLst/>
          </a:prstGeom>
        </p:spPr>
      </p:pic>
      <p:pic>
        <p:nvPicPr>
          <p:cNvPr id="19" name="SK-3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4565" y="5362873"/>
            <a:ext cx="10436275" cy="898327"/>
          </a:xfrm>
          <a:prstGeom prst="rect">
            <a:avLst/>
          </a:prstGeom>
        </p:spPr>
      </p:pic>
      <p:pic>
        <p:nvPicPr>
          <p:cNvPr id="20" name="SK-3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18409" y="5630317"/>
            <a:ext cx="14288" cy="370284"/>
          </a:xfrm>
          <a:prstGeom prst="rect">
            <a:avLst/>
          </a:prstGeom>
        </p:spPr>
      </p:pic>
      <p:pic>
        <p:nvPicPr>
          <p:cNvPr id="21" name="SK-3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39546" y="5630317"/>
            <a:ext cx="14288" cy="370284"/>
          </a:xfrm>
          <a:prstGeom prst="rect">
            <a:avLst/>
          </a:prstGeom>
        </p:spPr>
      </p:pic>
      <p:pic>
        <p:nvPicPr>
          <p:cNvPr id="22" name="SK-3-img-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560344"/>
            <a:ext cx="12192000" cy="19050"/>
          </a:xfrm>
          <a:prstGeom prst="rect">
            <a:avLst/>
          </a:prstGeom>
        </p:spPr>
      </p:pic>
      <p:pic>
        <p:nvPicPr>
          <p:cNvPr id="23" name="SK-3-img-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509992" y="5589240"/>
            <a:ext cx="377875" cy="514350"/>
          </a:xfrm>
          <a:prstGeom prst="rect">
            <a:avLst/>
          </a:prstGeom>
        </p:spPr>
      </p:pic>
      <p:pic>
        <p:nvPicPr>
          <p:cNvPr id="24" name="SK-3-img-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52392" y="5554861"/>
            <a:ext cx="585192" cy="541734"/>
          </a:xfrm>
          <a:prstGeom prst="rect">
            <a:avLst/>
          </a:prstGeom>
        </p:spPr>
      </p:pic>
      <p:pic>
        <p:nvPicPr>
          <p:cNvPr id="25" name="SK-3-img-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43459" y="5548015"/>
            <a:ext cx="548580" cy="575965"/>
          </a:xfrm>
          <a:prstGeom prst="rect">
            <a:avLst/>
          </a:prstGeom>
        </p:spPr>
      </p:pic>
      <p:pic>
        <p:nvPicPr>
          <p:cNvPr id="26" name="SK-3-img-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46777" y="3154561"/>
            <a:ext cx="572988" cy="548580"/>
          </a:xfrm>
          <a:prstGeom prst="rect">
            <a:avLst/>
          </a:prstGeom>
        </p:spPr>
      </p:pic>
      <p:pic>
        <p:nvPicPr>
          <p:cNvPr id="27" name="SK-3-img-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16753" y="3332857"/>
            <a:ext cx="438894" cy="397669"/>
          </a:xfrm>
          <a:prstGeom prst="rect">
            <a:avLst/>
          </a:prstGeom>
        </p:spPr>
      </p:pic>
      <p:pic>
        <p:nvPicPr>
          <p:cNvPr id="28" name="SK-3-img-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497467" y="3332857"/>
            <a:ext cx="365671" cy="370284"/>
          </a:xfrm>
          <a:prstGeom prst="rect">
            <a:avLst/>
          </a:prstGeom>
        </p:spPr>
      </p:pic>
      <p:pic>
        <p:nvPicPr>
          <p:cNvPr id="29" name="SK-3-img-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692753" y="3319165"/>
            <a:ext cx="377875" cy="411361"/>
          </a:xfrm>
          <a:prstGeom prst="rect">
            <a:avLst/>
          </a:prstGeom>
        </p:spPr>
      </p:pic>
      <p:pic>
        <p:nvPicPr>
          <p:cNvPr id="30" name="SK-3-img-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241161" y="2619673"/>
            <a:ext cx="414486" cy="397669"/>
          </a:xfrm>
          <a:prstGeom prst="rect">
            <a:avLst/>
          </a:prstGeom>
        </p:spPr>
      </p:pic>
      <p:pic>
        <p:nvPicPr>
          <p:cNvPr id="31" name="SK-3-img-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448800" y="2605980"/>
            <a:ext cx="438894" cy="411361"/>
          </a:xfrm>
          <a:prstGeom prst="rect">
            <a:avLst/>
          </a:prstGeom>
        </p:spPr>
      </p:pic>
      <p:pic>
        <p:nvPicPr>
          <p:cNvPr id="32" name="SK-3-img-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631882" y="2605980"/>
            <a:ext cx="475357" cy="411361"/>
          </a:xfrm>
          <a:prstGeom prst="rect">
            <a:avLst/>
          </a:prstGeom>
        </p:spPr>
      </p:pic>
      <p:pic>
        <p:nvPicPr>
          <p:cNvPr id="33" name="SK-3-img-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364361" y="2523679"/>
            <a:ext cx="1219200" cy="1261765"/>
          </a:xfrm>
          <a:prstGeom prst="rect">
            <a:avLst/>
          </a:prstGeom>
        </p:spPr>
      </p:pic>
      <p:pic>
        <p:nvPicPr>
          <p:cNvPr id="34" name="SK-3-img-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48259" y="2530525"/>
            <a:ext cx="1560463" cy="1289298"/>
          </a:xfrm>
          <a:prstGeom prst="rect">
            <a:avLst/>
          </a:prstGeom>
        </p:spPr>
      </p:pic>
      <p:sp>
        <p:nvSpPr>
          <p:cNvPr id="35" name="SK-3-text-34"/>
          <p:cNvSpPr/>
          <p:nvPr/>
        </p:nvSpPr>
        <p:spPr>
          <a:xfrm>
            <a:off x="390079" y="383977"/>
            <a:ext cx="3782378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48C6D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 OVERVIEW</a:t>
            </a:r>
            <a:endParaRPr lang="en-US" sz="1425" dirty="0"/>
          </a:p>
        </p:txBody>
      </p:sp>
      <p:sp>
        <p:nvSpPr>
          <p:cNvPr id="36" name="SK-3-text-35"/>
          <p:cNvSpPr/>
          <p:nvPr/>
        </p:nvSpPr>
        <p:spPr>
          <a:xfrm>
            <a:off x="377875" y="761107"/>
            <a:ext cx="10770870" cy="4662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모션 인식 기반 AI 연구 솔루션 개요</a:t>
            </a:r>
            <a:endParaRPr lang="en-US" sz="3300" dirty="0"/>
          </a:p>
        </p:txBody>
      </p:sp>
      <p:sp>
        <p:nvSpPr>
          <p:cNvPr id="37" name="SK-3-text-36"/>
          <p:cNvSpPr/>
          <p:nvPr/>
        </p:nvSpPr>
        <p:spPr>
          <a:xfrm>
            <a:off x="2145655" y="1995636"/>
            <a:ext cx="1071563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75" dirty="0"/>
          </a:p>
        </p:txBody>
      </p:sp>
      <p:sp>
        <p:nvSpPr>
          <p:cNvPr id="38" name="SK-3-text-37"/>
          <p:cNvSpPr/>
          <p:nvPr/>
        </p:nvSpPr>
        <p:spPr>
          <a:xfrm>
            <a:off x="1572667" y="3970734"/>
            <a:ext cx="2204085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제스처로 선택</a:t>
            </a:r>
            <a:endParaRPr lang="en-US" sz="1950" dirty="0"/>
          </a:p>
        </p:txBody>
      </p:sp>
      <p:sp>
        <p:nvSpPr>
          <p:cNvPr id="39" name="SK-3-text-38"/>
          <p:cNvSpPr/>
          <p:nvPr/>
        </p:nvSpPr>
        <p:spPr>
          <a:xfrm>
            <a:off x="950863" y="4409629"/>
            <a:ext cx="2706588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 앞에서 손을 신체 부위로 이동</a:t>
            </a:r>
            <a:endParaRPr lang="en-US" sz="1200" dirty="0"/>
          </a:p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장기 자동 인식 (뇌·심장·간·눈·근육·피부)</a:t>
            </a:r>
            <a:endParaRPr lang="en-US" sz="1200" dirty="0"/>
          </a:p>
        </p:txBody>
      </p:sp>
      <p:sp>
        <p:nvSpPr>
          <p:cNvPr id="40" name="SK-3-text-39"/>
          <p:cNvSpPr/>
          <p:nvPr/>
        </p:nvSpPr>
        <p:spPr>
          <a:xfrm>
            <a:off x="5803255" y="1981944"/>
            <a:ext cx="1071563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75" dirty="0"/>
          </a:p>
        </p:txBody>
      </p:sp>
      <p:sp>
        <p:nvSpPr>
          <p:cNvPr id="41" name="SK-3-text-40"/>
          <p:cNvSpPr/>
          <p:nvPr/>
        </p:nvSpPr>
        <p:spPr>
          <a:xfrm>
            <a:off x="4925467" y="3970734"/>
            <a:ext cx="3987165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논문 검색 &amp; 분석</a:t>
            </a:r>
            <a:endParaRPr lang="en-US" sz="1950" dirty="0"/>
          </a:p>
        </p:txBody>
      </p:sp>
      <p:sp>
        <p:nvSpPr>
          <p:cNvPr id="42" name="SK-3-text-41"/>
          <p:cNvSpPr/>
          <p:nvPr/>
        </p:nvSpPr>
        <p:spPr>
          <a:xfrm>
            <a:off x="4645075" y="4409629"/>
            <a:ext cx="2621161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OpenAlex로 관련 논문 검색</a:t>
            </a:r>
            <a:endParaRPr lang="en-US" sz="1200" dirty="0"/>
          </a:p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Gemini 2.5 Flash로 PDF 심층 분석</a:t>
            </a:r>
            <a:endParaRPr lang="en-US" sz="1200" dirty="0"/>
          </a:p>
        </p:txBody>
      </p:sp>
      <p:sp>
        <p:nvSpPr>
          <p:cNvPr id="43" name="SK-3-text-42"/>
          <p:cNvSpPr/>
          <p:nvPr/>
        </p:nvSpPr>
        <p:spPr>
          <a:xfrm>
            <a:off x="9460855" y="1981944"/>
            <a:ext cx="1071563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75" dirty="0"/>
          </a:p>
        </p:txBody>
      </p:sp>
      <p:sp>
        <p:nvSpPr>
          <p:cNvPr id="44" name="SK-3-text-43"/>
          <p:cNvSpPr/>
          <p:nvPr/>
        </p:nvSpPr>
        <p:spPr>
          <a:xfrm>
            <a:off x="8704957" y="3963888"/>
            <a:ext cx="3293745" cy="28798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6필드로 즉시 확인</a:t>
            </a:r>
            <a:endParaRPr lang="en-US" sz="1950" dirty="0"/>
          </a:p>
        </p:txBody>
      </p:sp>
      <p:sp>
        <p:nvSpPr>
          <p:cNvPr id="45" name="SK-3-text-44"/>
          <p:cNvSpPr/>
          <p:nvPr/>
        </p:nvSpPr>
        <p:spPr>
          <a:xfrm>
            <a:off x="8448973" y="4409629"/>
            <a:ext cx="2389584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재료·구조·매커니즘·공정·응용·회로</a:t>
            </a:r>
            <a:endParaRPr lang="en-US" sz="1200" dirty="0"/>
          </a:p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구조화된 탭 형태로 즉시 제공</a:t>
            </a:r>
            <a:endParaRPr lang="en-US" sz="1200" dirty="0"/>
          </a:p>
        </p:txBody>
      </p:sp>
      <p:sp>
        <p:nvSpPr>
          <p:cNvPr id="46" name="SK-3-text-45"/>
          <p:cNvSpPr/>
          <p:nvPr/>
        </p:nvSpPr>
        <p:spPr>
          <a:xfrm>
            <a:off x="1914079" y="5719465"/>
            <a:ext cx="3262313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인터랙티브 모션 UX</a:t>
            </a:r>
            <a:endParaRPr lang="en-US" sz="1875" dirty="0"/>
          </a:p>
        </p:txBody>
      </p:sp>
      <p:sp>
        <p:nvSpPr>
          <p:cNvPr id="47" name="SK-3-text-46"/>
          <p:cNvSpPr/>
          <p:nvPr/>
        </p:nvSpPr>
        <p:spPr>
          <a:xfrm>
            <a:off x="5571679" y="5712619"/>
            <a:ext cx="3452813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6필드 구조화 스키마</a:t>
            </a:r>
            <a:endParaRPr lang="en-US" sz="1875" dirty="0"/>
          </a:p>
        </p:txBody>
      </p:sp>
      <p:sp>
        <p:nvSpPr>
          <p:cNvPr id="48" name="SK-3-text-47"/>
          <p:cNvSpPr/>
          <p:nvPr/>
        </p:nvSpPr>
        <p:spPr>
          <a:xfrm>
            <a:off x="9034165" y="5719465"/>
            <a:ext cx="3157835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50ms 캐시 응답</a:t>
            </a:r>
            <a:endParaRPr lang="en-US" sz="18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79" y="1289298"/>
            <a:ext cx="1121569" cy="68461"/>
          </a:xfrm>
          <a:prstGeom prst="rect">
            <a:avLst/>
          </a:prstGeom>
        </p:spPr>
      </p:pic>
      <p:pic>
        <p:nvPicPr>
          <p:cNvPr id="4" name="SK-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173" y="0"/>
            <a:ext cx="3633192" cy="1659582"/>
          </a:xfrm>
          <a:prstGeom prst="rect">
            <a:avLst/>
          </a:prstGeom>
        </p:spPr>
      </p:pic>
      <p:pic>
        <p:nvPicPr>
          <p:cNvPr id="5" name="SK-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282" y="5788075"/>
            <a:ext cx="11314063" cy="528042"/>
          </a:xfrm>
          <a:prstGeom prst="rect">
            <a:avLst/>
          </a:prstGeom>
        </p:spPr>
      </p:pic>
      <p:pic>
        <p:nvPicPr>
          <p:cNvPr id="6" name="SK-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551414"/>
            <a:ext cx="12192000" cy="9525"/>
          </a:xfrm>
          <a:prstGeom prst="rect">
            <a:avLst/>
          </a:prstGeom>
        </p:spPr>
      </p:pic>
      <p:pic>
        <p:nvPicPr>
          <p:cNvPr id="7" name="SK-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690" y="6412111"/>
            <a:ext cx="853380" cy="274290"/>
          </a:xfrm>
          <a:prstGeom prst="rect">
            <a:avLst/>
          </a:prstGeom>
        </p:spPr>
      </p:pic>
      <p:pic>
        <p:nvPicPr>
          <p:cNvPr id="8" name="SK-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3286" y="5856684"/>
            <a:ext cx="341263" cy="377130"/>
          </a:xfrm>
          <a:prstGeom prst="rect">
            <a:avLst/>
          </a:prstGeom>
        </p:spPr>
      </p:pic>
      <p:pic>
        <p:nvPicPr>
          <p:cNvPr id="9" name="SK-4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21961" y="4128492"/>
            <a:ext cx="2730996" cy="1069777"/>
          </a:xfrm>
          <a:prstGeom prst="rect">
            <a:avLst/>
          </a:prstGeom>
        </p:spPr>
      </p:pic>
      <p:pic>
        <p:nvPicPr>
          <p:cNvPr id="11" name="SK-4-img-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21961" y="3051721"/>
            <a:ext cx="2730996" cy="1021705"/>
          </a:xfrm>
          <a:prstGeom prst="rect">
            <a:avLst/>
          </a:prstGeom>
        </p:spPr>
      </p:pic>
      <p:pic>
        <p:nvPicPr>
          <p:cNvPr id="12" name="SK-4-img-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6392" y="3051721"/>
            <a:ext cx="2584698" cy="1021705"/>
          </a:xfrm>
          <a:prstGeom prst="rect">
            <a:avLst/>
          </a:prstGeom>
        </p:spPr>
      </p:pic>
      <p:pic>
        <p:nvPicPr>
          <p:cNvPr id="13" name="SK-4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21961" y="1961257"/>
            <a:ext cx="2730996" cy="1028700"/>
          </a:xfrm>
          <a:prstGeom prst="rect">
            <a:avLst/>
          </a:prstGeom>
        </p:spPr>
      </p:pic>
      <p:pic>
        <p:nvPicPr>
          <p:cNvPr id="14" name="SK-4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76392" y="1961257"/>
            <a:ext cx="2584698" cy="1028700"/>
          </a:xfrm>
          <a:prstGeom prst="rect">
            <a:avLst/>
          </a:prstGeom>
        </p:spPr>
      </p:pic>
      <p:pic>
        <p:nvPicPr>
          <p:cNvPr id="15" name="SK-4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7875" y="1570583"/>
            <a:ext cx="5681365" cy="4087267"/>
          </a:xfrm>
          <a:prstGeom prst="rect">
            <a:avLst/>
          </a:prstGeom>
        </p:spPr>
      </p:pic>
      <p:sp>
        <p:nvSpPr>
          <p:cNvPr id="16" name="SK-4-text-15"/>
          <p:cNvSpPr/>
          <p:nvPr/>
        </p:nvSpPr>
        <p:spPr>
          <a:xfrm>
            <a:off x="353467" y="322213"/>
            <a:ext cx="3449003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0C2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DEMO </a:t>
            </a:r>
            <a:endParaRPr lang="en-US" sz="1275" dirty="0"/>
          </a:p>
        </p:txBody>
      </p:sp>
      <p:sp>
        <p:nvSpPr>
          <p:cNvPr id="17" name="SK-4-text-16"/>
          <p:cNvSpPr/>
          <p:nvPr/>
        </p:nvSpPr>
        <p:spPr>
          <a:xfrm>
            <a:off x="329059" y="651421"/>
            <a:ext cx="9321165" cy="4457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데모: 인터랙티브 모션 인식</a:t>
            </a:r>
            <a:endParaRPr lang="en-US" sz="3150" dirty="0"/>
          </a:p>
        </p:txBody>
      </p:sp>
      <p:sp>
        <p:nvSpPr>
          <p:cNvPr id="18" name="SK-4-text-17"/>
          <p:cNvSpPr/>
          <p:nvPr/>
        </p:nvSpPr>
        <p:spPr>
          <a:xfrm>
            <a:off x="6351984" y="1577280"/>
            <a:ext cx="3001328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0C2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제스처 → 장기 매핑</a:t>
            </a:r>
            <a:endParaRPr lang="en-US" sz="1725" dirty="0"/>
          </a:p>
        </p:txBody>
      </p:sp>
      <p:sp>
        <p:nvSpPr>
          <p:cNvPr id="19" name="SK-4-text-18"/>
          <p:cNvSpPr/>
          <p:nvPr/>
        </p:nvSpPr>
        <p:spPr>
          <a:xfrm>
            <a:off x="2657773" y="5918448"/>
            <a:ext cx="9534227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1.5초 유지 → 자동으로 장기 검색 페이지로 이동 · 청중이 직접 체험 가능</a:t>
            </a:r>
            <a:endParaRPr lang="en-US" sz="1875"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1984" y="4159026"/>
            <a:ext cx="2630463" cy="10866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59" y="1327696"/>
            <a:ext cx="2304157" cy="19050"/>
          </a:xfrm>
          <a:prstGeom prst="rect">
            <a:avLst/>
          </a:prstGeom>
        </p:spPr>
      </p:pic>
      <p:pic>
        <p:nvPicPr>
          <p:cNvPr id="4" name="SK-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484888"/>
            <a:ext cx="12192000" cy="19050"/>
          </a:xfrm>
          <a:prstGeom prst="rect">
            <a:avLst/>
          </a:prstGeom>
        </p:spPr>
      </p:pic>
      <p:pic>
        <p:nvPicPr>
          <p:cNvPr id="5" name="SK-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7184" y="1666429"/>
            <a:ext cx="2755255" cy="1186309"/>
          </a:xfrm>
          <a:prstGeom prst="rect">
            <a:avLst/>
          </a:prstGeom>
        </p:spPr>
      </p:pic>
      <p:pic>
        <p:nvPicPr>
          <p:cNvPr id="6" name="SK-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7184" y="1700659"/>
            <a:ext cx="97482" cy="1117848"/>
          </a:xfrm>
          <a:prstGeom prst="rect">
            <a:avLst/>
          </a:prstGeom>
        </p:spPr>
      </p:pic>
      <p:pic>
        <p:nvPicPr>
          <p:cNvPr id="7" name="SK-5-img-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090" y="1666429"/>
            <a:ext cx="2755255" cy="1186309"/>
          </a:xfrm>
          <a:prstGeom prst="rect">
            <a:avLst/>
          </a:prstGeom>
        </p:spPr>
      </p:pic>
      <p:pic>
        <p:nvPicPr>
          <p:cNvPr id="8" name="SK-5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090" y="1700659"/>
            <a:ext cx="97482" cy="1117848"/>
          </a:xfrm>
          <a:prstGeom prst="rect">
            <a:avLst/>
          </a:prstGeom>
        </p:spPr>
      </p:pic>
      <p:pic>
        <p:nvPicPr>
          <p:cNvPr id="9" name="SK-5-img-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7184" y="2996803"/>
            <a:ext cx="2755255" cy="1186309"/>
          </a:xfrm>
          <a:prstGeom prst="rect">
            <a:avLst/>
          </a:prstGeom>
        </p:spPr>
      </p:pic>
      <p:pic>
        <p:nvPicPr>
          <p:cNvPr id="10" name="SK-5-img-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7184" y="3031182"/>
            <a:ext cx="97482" cy="1117848"/>
          </a:xfrm>
          <a:prstGeom prst="rect">
            <a:avLst/>
          </a:prstGeom>
        </p:spPr>
      </p:pic>
      <p:pic>
        <p:nvPicPr>
          <p:cNvPr id="11" name="SK-5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1090" y="2996803"/>
            <a:ext cx="2755255" cy="1186309"/>
          </a:xfrm>
          <a:prstGeom prst="rect">
            <a:avLst/>
          </a:prstGeom>
        </p:spPr>
      </p:pic>
      <p:pic>
        <p:nvPicPr>
          <p:cNvPr id="12" name="SK-5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61090" y="3031182"/>
            <a:ext cx="97482" cy="1117848"/>
          </a:xfrm>
          <a:prstGeom prst="rect">
            <a:avLst/>
          </a:prstGeom>
        </p:spPr>
      </p:pic>
      <p:pic>
        <p:nvPicPr>
          <p:cNvPr id="13" name="SK-5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47184" y="4327327"/>
            <a:ext cx="2755255" cy="1186309"/>
          </a:xfrm>
          <a:prstGeom prst="rect">
            <a:avLst/>
          </a:prstGeom>
        </p:spPr>
      </p:pic>
      <p:pic>
        <p:nvPicPr>
          <p:cNvPr id="14" name="SK-5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47184" y="4361557"/>
            <a:ext cx="97482" cy="1117848"/>
          </a:xfrm>
          <a:prstGeom prst="rect">
            <a:avLst/>
          </a:prstGeom>
        </p:spPr>
      </p:pic>
      <p:pic>
        <p:nvPicPr>
          <p:cNvPr id="15" name="SK-5-img-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61090" y="4327327"/>
            <a:ext cx="2755255" cy="1186309"/>
          </a:xfrm>
          <a:prstGeom prst="rect">
            <a:avLst/>
          </a:prstGeom>
        </p:spPr>
      </p:pic>
      <p:pic>
        <p:nvPicPr>
          <p:cNvPr id="16" name="SK-5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61090" y="4361557"/>
            <a:ext cx="97482" cy="1117848"/>
          </a:xfrm>
          <a:prstGeom prst="rect">
            <a:avLst/>
          </a:prstGeom>
        </p:spPr>
      </p:pic>
      <p:pic>
        <p:nvPicPr>
          <p:cNvPr id="17" name="SK-5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80871" y="0"/>
            <a:ext cx="4510980" cy="1440061"/>
          </a:xfrm>
          <a:prstGeom prst="rect">
            <a:avLst/>
          </a:prstGeom>
        </p:spPr>
      </p:pic>
      <p:pic>
        <p:nvPicPr>
          <p:cNvPr id="18" name="SK-5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17075" y="4711303"/>
            <a:ext cx="451098" cy="452586"/>
          </a:xfrm>
          <a:prstGeom prst="rect">
            <a:avLst/>
          </a:prstGeom>
        </p:spPr>
      </p:pic>
      <p:pic>
        <p:nvPicPr>
          <p:cNvPr id="19" name="SK-5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03169" y="4690765"/>
            <a:ext cx="511969" cy="500509"/>
          </a:xfrm>
          <a:prstGeom prst="rect">
            <a:avLst/>
          </a:prstGeom>
        </p:spPr>
      </p:pic>
      <p:pic>
        <p:nvPicPr>
          <p:cNvPr id="20" name="SK-5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17075" y="3374082"/>
            <a:ext cx="475357" cy="445740"/>
          </a:xfrm>
          <a:prstGeom prst="rect">
            <a:avLst/>
          </a:prstGeom>
        </p:spPr>
      </p:pic>
      <p:pic>
        <p:nvPicPr>
          <p:cNvPr id="21" name="SK-5-img-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03169" y="3332857"/>
            <a:ext cx="524173" cy="521196"/>
          </a:xfrm>
          <a:prstGeom prst="rect">
            <a:avLst/>
          </a:prstGeom>
        </p:spPr>
      </p:pic>
      <p:pic>
        <p:nvPicPr>
          <p:cNvPr id="22" name="SK-5-img-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204871" y="2029867"/>
            <a:ext cx="499765" cy="479971"/>
          </a:xfrm>
          <a:prstGeom prst="rect">
            <a:avLst/>
          </a:prstGeom>
        </p:spPr>
      </p:pic>
      <p:pic>
        <p:nvPicPr>
          <p:cNvPr id="23" name="SK-5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7577" y="2009329"/>
            <a:ext cx="475357" cy="514350"/>
          </a:xfrm>
          <a:prstGeom prst="rect">
            <a:avLst/>
          </a:prstGeom>
        </p:spPr>
      </p:pic>
      <p:pic>
        <p:nvPicPr>
          <p:cNvPr id="24" name="SK-5-img-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1263" y="1686967"/>
            <a:ext cx="5364361" cy="3943350"/>
          </a:xfrm>
          <a:prstGeom prst="rect">
            <a:avLst/>
          </a:prstGeom>
        </p:spPr>
      </p:pic>
      <p:sp>
        <p:nvSpPr>
          <p:cNvPr id="26" name="SK-5-text-25"/>
          <p:cNvSpPr/>
          <p:nvPr/>
        </p:nvSpPr>
        <p:spPr>
          <a:xfrm>
            <a:off x="341263" y="713184"/>
            <a:ext cx="6760845" cy="47997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6필드 분석 결과 시각화</a:t>
            </a:r>
            <a:endParaRPr lang="en-US" sz="3150" dirty="0"/>
          </a:p>
        </p:txBody>
      </p:sp>
      <p:sp>
        <p:nvSpPr>
          <p:cNvPr id="27" name="SK-5-text-26"/>
          <p:cNvSpPr/>
          <p:nvPr/>
        </p:nvSpPr>
        <p:spPr>
          <a:xfrm>
            <a:off x="6985992" y="1995636"/>
            <a:ext cx="690563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</a:t>
            </a:r>
            <a:endParaRPr lang="en-US" sz="1875" dirty="0"/>
          </a:p>
        </p:txBody>
      </p:sp>
      <p:sp>
        <p:nvSpPr>
          <p:cNvPr id="28" name="SK-5-text-27"/>
          <p:cNvSpPr/>
          <p:nvPr/>
        </p:nvSpPr>
        <p:spPr>
          <a:xfrm>
            <a:off x="6998196" y="2365921"/>
            <a:ext cx="2590800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8카테고리 구조화 딕셔너리</a:t>
            </a:r>
            <a:endParaRPr lang="en-US" sz="1125" dirty="0"/>
          </a:p>
        </p:txBody>
      </p:sp>
      <p:sp>
        <p:nvSpPr>
          <p:cNvPr id="29" name="SK-5-text-28"/>
          <p:cNvSpPr/>
          <p:nvPr/>
        </p:nvSpPr>
        <p:spPr>
          <a:xfrm>
            <a:off x="9851082" y="1995636"/>
            <a:ext cx="2119313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디바이스 구조</a:t>
            </a:r>
            <a:endParaRPr lang="en-US" sz="1875" dirty="0"/>
          </a:p>
        </p:txBody>
      </p:sp>
      <p:sp>
        <p:nvSpPr>
          <p:cNvPr id="30" name="SK-5-text-29"/>
          <p:cNvSpPr/>
          <p:nvPr/>
        </p:nvSpPr>
        <p:spPr>
          <a:xfrm>
            <a:off x="9851082" y="2365921"/>
            <a:ext cx="2340918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레이어 구성 · 지오메트리</a:t>
            </a:r>
            <a:endParaRPr lang="en-US" sz="1125" dirty="0"/>
          </a:p>
        </p:txBody>
      </p:sp>
      <p:sp>
        <p:nvSpPr>
          <p:cNvPr id="31" name="SK-5-text-30"/>
          <p:cNvSpPr/>
          <p:nvPr/>
        </p:nvSpPr>
        <p:spPr>
          <a:xfrm>
            <a:off x="6985992" y="3298627"/>
            <a:ext cx="1262063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메커니즘</a:t>
            </a:r>
            <a:endParaRPr lang="en-US" sz="1875" dirty="0"/>
          </a:p>
        </p:txBody>
      </p:sp>
      <p:sp>
        <p:nvSpPr>
          <p:cNvPr id="32" name="SK-5-text-31"/>
          <p:cNvSpPr/>
          <p:nvPr/>
        </p:nvSpPr>
        <p:spPr>
          <a:xfrm>
            <a:off x="7010400" y="3689598"/>
            <a:ext cx="179070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센싱 및 동작 원리</a:t>
            </a:r>
            <a:endParaRPr lang="en-US" sz="1125" dirty="0"/>
          </a:p>
        </p:txBody>
      </p:sp>
      <p:sp>
        <p:nvSpPr>
          <p:cNvPr id="33" name="SK-5-text-32"/>
          <p:cNvSpPr/>
          <p:nvPr/>
        </p:nvSpPr>
        <p:spPr>
          <a:xfrm>
            <a:off x="9851082" y="3298627"/>
            <a:ext cx="690563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</a:t>
            </a:r>
            <a:endParaRPr lang="en-US" sz="1875" dirty="0"/>
          </a:p>
        </p:txBody>
      </p:sp>
      <p:sp>
        <p:nvSpPr>
          <p:cNvPr id="34" name="SK-5-text-33"/>
          <p:cNvSpPr/>
          <p:nvPr/>
        </p:nvSpPr>
        <p:spPr>
          <a:xfrm>
            <a:off x="9851082" y="3689598"/>
            <a:ext cx="1447800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제작 단계 배열</a:t>
            </a:r>
            <a:endParaRPr lang="en-US" sz="1125" dirty="0"/>
          </a:p>
        </p:txBody>
      </p:sp>
      <p:sp>
        <p:nvSpPr>
          <p:cNvPr id="35" name="SK-5-text-34"/>
          <p:cNvSpPr/>
          <p:nvPr/>
        </p:nvSpPr>
        <p:spPr>
          <a:xfrm>
            <a:off x="6998196" y="4635996"/>
            <a:ext cx="690563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응용</a:t>
            </a:r>
            <a:endParaRPr lang="en-US" sz="1875" dirty="0"/>
          </a:p>
        </p:txBody>
      </p:sp>
      <p:sp>
        <p:nvSpPr>
          <p:cNvPr id="36" name="SK-5-text-35"/>
          <p:cNvSpPr/>
          <p:nvPr/>
        </p:nvSpPr>
        <p:spPr>
          <a:xfrm>
            <a:off x="6998196" y="5026819"/>
            <a:ext cx="1790700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타겟 + 성능 지표</a:t>
            </a:r>
            <a:endParaRPr lang="en-US" sz="1125" dirty="0"/>
          </a:p>
        </p:txBody>
      </p:sp>
      <p:sp>
        <p:nvSpPr>
          <p:cNvPr id="37" name="SK-5-text-36"/>
          <p:cNvSpPr/>
          <p:nvPr/>
        </p:nvSpPr>
        <p:spPr>
          <a:xfrm>
            <a:off x="9851082" y="4642842"/>
            <a:ext cx="690563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회로</a:t>
            </a:r>
            <a:endParaRPr lang="en-US" sz="1875" dirty="0"/>
          </a:p>
        </p:txBody>
      </p:sp>
      <p:sp>
        <p:nvSpPr>
          <p:cNvPr id="38" name="SK-5-text-37"/>
          <p:cNvSpPr/>
          <p:nvPr/>
        </p:nvSpPr>
        <p:spPr>
          <a:xfrm>
            <a:off x="9851082" y="5026819"/>
            <a:ext cx="2340918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125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Figure 전용 추출 · 3계층 풀백</a:t>
            </a:r>
            <a:endParaRPr lang="en-US" sz="1125" dirty="0"/>
          </a:p>
        </p:txBody>
      </p:sp>
      <p:sp>
        <p:nvSpPr>
          <p:cNvPr id="39" name="SK-5-text-38"/>
          <p:cNvSpPr/>
          <p:nvPr/>
        </p:nvSpPr>
        <p:spPr>
          <a:xfrm>
            <a:off x="3559969" y="6069211"/>
            <a:ext cx="8632031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DB6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분석 약 10-20초 · 캐시 적중 시 즉시 응답 (50ms)</a:t>
            </a:r>
            <a:endParaRPr lang="en-US" sz="1800" dirty="0"/>
          </a:p>
        </p:txBody>
      </p:sp>
      <p:sp>
        <p:nvSpPr>
          <p:cNvPr id="40" name="SK-4-text-15">
            <a:extLst>
              <a:ext uri="{FF2B5EF4-FFF2-40B4-BE49-F238E27FC236}">
                <a16:creationId xmlns:a16="http://schemas.microsoft.com/office/drawing/2014/main" id="{F981F5CA-8140-6481-FB09-F26419E86DC1}"/>
              </a:ext>
            </a:extLst>
          </p:cNvPr>
          <p:cNvSpPr/>
          <p:nvPr/>
        </p:nvSpPr>
        <p:spPr>
          <a:xfrm>
            <a:off x="353467" y="322213"/>
            <a:ext cx="3449003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0C2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DEMO </a:t>
            </a:r>
            <a:endParaRPr lang="en-US" sz="12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1271" y="0"/>
            <a:ext cx="4510980" cy="1028700"/>
          </a:xfrm>
          <a:prstGeom prst="rect">
            <a:avLst/>
          </a:prstGeom>
        </p:spPr>
      </p:pic>
      <p:pic>
        <p:nvPicPr>
          <p:cNvPr id="4" name="SK-6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608" y="1270249"/>
            <a:ext cx="5120870" cy="79210"/>
          </a:xfrm>
          <a:prstGeom prst="rect">
            <a:avLst/>
          </a:prstGeom>
        </p:spPr>
      </p:pic>
      <p:pic>
        <p:nvPicPr>
          <p:cNvPr id="5" name="SK-6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188" y="1721346"/>
            <a:ext cx="5656957" cy="4546848"/>
          </a:xfrm>
          <a:prstGeom prst="rect">
            <a:avLst/>
          </a:prstGeom>
        </p:spPr>
      </p:pic>
      <p:pic>
        <p:nvPicPr>
          <p:cNvPr id="6" name="SK-6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9075" y="1721346"/>
            <a:ext cx="5656957" cy="4546848"/>
          </a:xfrm>
          <a:prstGeom prst="rect">
            <a:avLst/>
          </a:prstGeom>
        </p:spPr>
      </p:pic>
      <p:pic>
        <p:nvPicPr>
          <p:cNvPr id="7" name="SK-6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192" y="2509986"/>
            <a:ext cx="1170384" cy="1110853"/>
          </a:xfrm>
          <a:prstGeom prst="rect">
            <a:avLst/>
          </a:prstGeom>
        </p:spPr>
      </p:pic>
      <p:pic>
        <p:nvPicPr>
          <p:cNvPr id="8" name="SK-6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8486" y="2509986"/>
            <a:ext cx="1170384" cy="1110853"/>
          </a:xfrm>
          <a:prstGeom prst="rect">
            <a:avLst/>
          </a:prstGeom>
        </p:spPr>
      </p:pic>
      <p:pic>
        <p:nvPicPr>
          <p:cNvPr id="9" name="SK-6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91780" y="2509986"/>
            <a:ext cx="1170384" cy="1110853"/>
          </a:xfrm>
          <a:prstGeom prst="rect">
            <a:avLst/>
          </a:prstGeom>
        </p:spPr>
      </p:pic>
      <p:pic>
        <p:nvPicPr>
          <p:cNvPr id="10" name="SK-6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5075" y="2509986"/>
            <a:ext cx="1170384" cy="1110853"/>
          </a:xfrm>
          <a:prstGeom prst="rect">
            <a:avLst/>
          </a:prstGeom>
        </p:spPr>
      </p:pic>
      <p:pic>
        <p:nvPicPr>
          <p:cNvPr id="11" name="SK-6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5192" y="3799284"/>
            <a:ext cx="1170384" cy="1110853"/>
          </a:xfrm>
          <a:prstGeom prst="rect">
            <a:avLst/>
          </a:prstGeom>
        </p:spPr>
      </p:pic>
      <p:pic>
        <p:nvPicPr>
          <p:cNvPr id="12" name="SK-6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38486" y="3799284"/>
            <a:ext cx="1170384" cy="1110853"/>
          </a:xfrm>
          <a:prstGeom prst="rect">
            <a:avLst/>
          </a:prstGeom>
        </p:spPr>
      </p:pic>
      <p:pic>
        <p:nvPicPr>
          <p:cNvPr id="13" name="SK-6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91780" y="3799284"/>
            <a:ext cx="1170384" cy="1110853"/>
          </a:xfrm>
          <a:prstGeom prst="rect">
            <a:avLst/>
          </a:prstGeom>
        </p:spPr>
      </p:pic>
      <p:pic>
        <p:nvPicPr>
          <p:cNvPr id="14" name="SK-6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45075" y="3799284"/>
            <a:ext cx="1170384" cy="1110853"/>
          </a:xfrm>
          <a:prstGeom prst="rect">
            <a:avLst/>
          </a:prstGeom>
        </p:spPr>
      </p:pic>
      <p:pic>
        <p:nvPicPr>
          <p:cNvPr id="15" name="SK-6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8574" y="5104358"/>
            <a:ext cx="5083977" cy="16623"/>
          </a:xfrm>
          <a:prstGeom prst="rect">
            <a:avLst/>
          </a:prstGeom>
        </p:spPr>
      </p:pic>
      <p:pic>
        <p:nvPicPr>
          <p:cNvPr id="16" name="SK-6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71271" y="2585442"/>
            <a:ext cx="3974455" cy="966936"/>
          </a:xfrm>
          <a:prstGeom prst="rect">
            <a:avLst/>
          </a:prstGeom>
        </p:spPr>
      </p:pic>
      <p:pic>
        <p:nvPicPr>
          <p:cNvPr id="17" name="SK-6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61664" y="3753296"/>
            <a:ext cx="5083976" cy="16624"/>
          </a:xfrm>
          <a:prstGeom prst="rect">
            <a:avLst/>
          </a:prstGeom>
        </p:spPr>
      </p:pic>
      <p:pic>
        <p:nvPicPr>
          <p:cNvPr id="18" name="SK-6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71271" y="3984427"/>
            <a:ext cx="3974455" cy="966936"/>
          </a:xfrm>
          <a:prstGeom prst="rect">
            <a:avLst/>
          </a:prstGeom>
        </p:spPr>
      </p:pic>
      <p:pic>
        <p:nvPicPr>
          <p:cNvPr id="19" name="SK-6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963769" y="4196953"/>
            <a:ext cx="19050" cy="548580"/>
          </a:xfrm>
          <a:prstGeom prst="rect">
            <a:avLst/>
          </a:prstGeom>
        </p:spPr>
      </p:pic>
      <p:pic>
        <p:nvPicPr>
          <p:cNvPr id="20" name="SK-6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61664" y="5104358"/>
            <a:ext cx="5083976" cy="16623"/>
          </a:xfrm>
          <a:prstGeom prst="rect">
            <a:avLst/>
          </a:prstGeom>
        </p:spPr>
      </p:pic>
      <p:pic>
        <p:nvPicPr>
          <p:cNvPr id="21" name="SK-6-img-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2718" y="6454825"/>
            <a:ext cx="11826236" cy="64933"/>
          </a:xfrm>
          <a:prstGeom prst="rect">
            <a:avLst/>
          </a:prstGeom>
        </p:spPr>
      </p:pic>
      <p:pic>
        <p:nvPicPr>
          <p:cNvPr id="22" name="SK-6-img-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143357" y="4272409"/>
            <a:ext cx="475357" cy="356592"/>
          </a:xfrm>
          <a:prstGeom prst="rect">
            <a:avLst/>
          </a:prstGeom>
        </p:spPr>
      </p:pic>
      <p:pic>
        <p:nvPicPr>
          <p:cNvPr id="23" name="SK-6-img-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167765" y="2866579"/>
            <a:ext cx="390079" cy="370284"/>
          </a:xfrm>
          <a:prstGeom prst="rect">
            <a:avLst/>
          </a:prstGeom>
        </p:spPr>
      </p:pic>
      <p:pic>
        <p:nvPicPr>
          <p:cNvPr id="24" name="SK-6-img-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37671" y="3950196"/>
            <a:ext cx="365671" cy="349746"/>
          </a:xfrm>
          <a:prstGeom prst="rect">
            <a:avLst/>
          </a:prstGeom>
        </p:spPr>
      </p:pic>
      <p:pic>
        <p:nvPicPr>
          <p:cNvPr id="25" name="SK-6-img-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633192" y="3950196"/>
            <a:ext cx="353467" cy="342900"/>
          </a:xfrm>
          <a:prstGeom prst="rect">
            <a:avLst/>
          </a:prstGeom>
        </p:spPr>
      </p:pic>
      <p:pic>
        <p:nvPicPr>
          <p:cNvPr id="26" name="SK-6-img-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40769" y="3943350"/>
            <a:ext cx="316855" cy="356592"/>
          </a:xfrm>
          <a:prstGeom prst="rect">
            <a:avLst/>
          </a:prstGeom>
        </p:spPr>
      </p:pic>
      <p:pic>
        <p:nvPicPr>
          <p:cNvPr id="27" name="SK-6-img-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5271" y="3950196"/>
            <a:ext cx="377875" cy="342900"/>
          </a:xfrm>
          <a:prstGeom prst="rect">
            <a:avLst/>
          </a:prstGeom>
        </p:spPr>
      </p:pic>
      <p:pic>
        <p:nvPicPr>
          <p:cNvPr id="28" name="SK-6-img-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937671" y="2681436"/>
            <a:ext cx="353467" cy="281136"/>
          </a:xfrm>
          <a:prstGeom prst="rect">
            <a:avLst/>
          </a:prstGeom>
        </p:spPr>
      </p:pic>
      <p:pic>
        <p:nvPicPr>
          <p:cNvPr id="29" name="SK-6-img-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669655" y="2653903"/>
            <a:ext cx="304800" cy="349746"/>
          </a:xfrm>
          <a:prstGeom prst="rect">
            <a:avLst/>
          </a:prstGeom>
        </p:spPr>
      </p:pic>
      <p:pic>
        <p:nvPicPr>
          <p:cNvPr id="30" name="SK-6-img-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316361" y="2653903"/>
            <a:ext cx="353467" cy="349746"/>
          </a:xfrm>
          <a:prstGeom prst="rect">
            <a:avLst/>
          </a:prstGeom>
        </p:spPr>
      </p:pic>
      <p:pic>
        <p:nvPicPr>
          <p:cNvPr id="31" name="SK-6-img-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75271" y="2653903"/>
            <a:ext cx="390079" cy="342900"/>
          </a:xfrm>
          <a:prstGeom prst="rect">
            <a:avLst/>
          </a:prstGeom>
        </p:spPr>
      </p:pic>
      <p:sp>
        <p:nvSpPr>
          <p:cNvPr id="32" name="SK-6-text-31"/>
          <p:cNvSpPr/>
          <p:nvPr/>
        </p:nvSpPr>
        <p:spPr>
          <a:xfrm>
            <a:off x="316855" y="308521"/>
            <a:ext cx="3088957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0B7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차별화 포인트 01</a:t>
            </a:r>
            <a:endParaRPr lang="en-US" sz="1725" dirty="0"/>
          </a:p>
        </p:txBody>
      </p:sp>
      <p:sp>
        <p:nvSpPr>
          <p:cNvPr id="33" name="SK-6-text-32"/>
          <p:cNvSpPr/>
          <p:nvPr/>
        </p:nvSpPr>
        <p:spPr>
          <a:xfrm>
            <a:off x="316855" y="671959"/>
            <a:ext cx="8088630" cy="5005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전문화된 6필드 스키마 설계</a:t>
            </a:r>
            <a:endParaRPr lang="en-US" sz="3300" dirty="0"/>
          </a:p>
        </p:txBody>
      </p:sp>
      <p:sp>
        <p:nvSpPr>
          <p:cNvPr id="34" name="SK-6-text-33"/>
          <p:cNvSpPr/>
          <p:nvPr/>
        </p:nvSpPr>
        <p:spPr>
          <a:xfrm>
            <a:off x="2267694" y="1975098"/>
            <a:ext cx="2738438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0B7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 카테고리 분류</a:t>
            </a:r>
            <a:endParaRPr lang="en-US" sz="1725" dirty="0"/>
          </a:p>
        </p:txBody>
      </p:sp>
      <p:sp>
        <p:nvSpPr>
          <p:cNvPr id="35" name="SK-6-text-34"/>
          <p:cNvSpPr/>
          <p:nvPr/>
        </p:nvSpPr>
        <p:spPr>
          <a:xfrm>
            <a:off x="963067" y="3092946"/>
            <a:ext cx="858203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기판 /</a:t>
            </a:r>
            <a:endParaRPr lang="en-US" sz="1275" dirty="0"/>
          </a:p>
        </p:txBody>
      </p:sp>
      <p:sp>
        <p:nvSpPr>
          <p:cNvPr id="36" name="SK-6-text-35"/>
          <p:cNvSpPr/>
          <p:nvPr/>
        </p:nvSpPr>
        <p:spPr>
          <a:xfrm>
            <a:off x="828973" y="3326011"/>
            <a:ext cx="172212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Substrate</a:t>
            </a:r>
            <a:endParaRPr lang="en-US" sz="1200" dirty="0"/>
          </a:p>
        </p:txBody>
      </p:sp>
      <p:sp>
        <p:nvSpPr>
          <p:cNvPr id="37" name="SK-6-text-36"/>
          <p:cNvSpPr/>
          <p:nvPr/>
        </p:nvSpPr>
        <p:spPr>
          <a:xfrm>
            <a:off x="2267694" y="3099792"/>
            <a:ext cx="858203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 /</a:t>
            </a:r>
            <a:endParaRPr lang="en-US" sz="1275" dirty="0"/>
          </a:p>
        </p:txBody>
      </p:sp>
      <p:sp>
        <p:nvSpPr>
          <p:cNvPr id="38" name="SK-6-text-37"/>
          <p:cNvSpPr/>
          <p:nvPr/>
        </p:nvSpPr>
        <p:spPr>
          <a:xfrm>
            <a:off x="2243286" y="3319165"/>
            <a:ext cx="1173480" cy="164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</a:t>
            </a:r>
            <a:endParaRPr lang="en-US" sz="1200" dirty="0"/>
          </a:p>
        </p:txBody>
      </p:sp>
      <p:sp>
        <p:nvSpPr>
          <p:cNvPr id="39" name="SK-6-text-38"/>
          <p:cNvSpPr/>
          <p:nvPr/>
        </p:nvSpPr>
        <p:spPr>
          <a:xfrm>
            <a:off x="3547765" y="3092946"/>
            <a:ext cx="1052513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드레인 /</a:t>
            </a:r>
            <a:endParaRPr lang="en-US" sz="1275" dirty="0"/>
          </a:p>
        </p:txBody>
      </p:sp>
      <p:sp>
        <p:nvSpPr>
          <p:cNvPr id="40" name="SK-6-text-39"/>
          <p:cNvSpPr/>
          <p:nvPr/>
        </p:nvSpPr>
        <p:spPr>
          <a:xfrm>
            <a:off x="3608784" y="3326011"/>
            <a:ext cx="99060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Drain</a:t>
            </a:r>
            <a:endParaRPr lang="en-US" sz="1200" dirty="0"/>
          </a:p>
        </p:txBody>
      </p:sp>
      <p:sp>
        <p:nvSpPr>
          <p:cNvPr id="41" name="SK-6-text-40"/>
          <p:cNvSpPr/>
          <p:nvPr/>
        </p:nvSpPr>
        <p:spPr>
          <a:xfrm>
            <a:off x="4901059" y="3086100"/>
            <a:ext cx="858203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채널 /</a:t>
            </a:r>
            <a:endParaRPr lang="en-US" sz="1275" dirty="0"/>
          </a:p>
        </p:txBody>
      </p:sp>
      <p:sp>
        <p:nvSpPr>
          <p:cNvPr id="42" name="SK-6-text-41"/>
          <p:cNvSpPr/>
          <p:nvPr/>
        </p:nvSpPr>
        <p:spPr>
          <a:xfrm>
            <a:off x="4815780" y="3326011"/>
            <a:ext cx="135636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Channel</a:t>
            </a:r>
            <a:endParaRPr lang="en-US" sz="1200" dirty="0"/>
          </a:p>
        </p:txBody>
      </p:sp>
      <p:sp>
        <p:nvSpPr>
          <p:cNvPr id="43" name="SK-6-text-42"/>
          <p:cNvSpPr/>
          <p:nvPr/>
        </p:nvSpPr>
        <p:spPr>
          <a:xfrm>
            <a:off x="889992" y="4382244"/>
            <a:ext cx="1052513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게이트 /</a:t>
            </a:r>
            <a:endParaRPr lang="en-US" sz="1275" dirty="0"/>
          </a:p>
        </p:txBody>
      </p:sp>
      <p:sp>
        <p:nvSpPr>
          <p:cNvPr id="44" name="SK-6-text-43"/>
          <p:cNvSpPr/>
          <p:nvPr/>
        </p:nvSpPr>
        <p:spPr>
          <a:xfrm>
            <a:off x="999679" y="4622155"/>
            <a:ext cx="807720" cy="1507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</a:t>
            </a:r>
            <a:endParaRPr lang="en-US" sz="1200" dirty="0"/>
          </a:p>
        </p:txBody>
      </p:sp>
      <p:sp>
        <p:nvSpPr>
          <p:cNvPr id="45" name="SK-6-text-44"/>
          <p:cNvSpPr/>
          <p:nvPr/>
        </p:nvSpPr>
        <p:spPr>
          <a:xfrm>
            <a:off x="2218879" y="4382244"/>
            <a:ext cx="1052513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전해질 /</a:t>
            </a:r>
            <a:endParaRPr lang="en-US" sz="1275" dirty="0"/>
          </a:p>
        </p:txBody>
      </p:sp>
      <p:sp>
        <p:nvSpPr>
          <p:cNvPr id="46" name="SK-6-text-45"/>
          <p:cNvSpPr/>
          <p:nvPr/>
        </p:nvSpPr>
        <p:spPr>
          <a:xfrm>
            <a:off x="2121396" y="4615309"/>
            <a:ext cx="2087880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Electrolyte</a:t>
            </a:r>
            <a:endParaRPr lang="en-US" sz="1200" dirty="0"/>
          </a:p>
        </p:txBody>
      </p:sp>
      <p:sp>
        <p:nvSpPr>
          <p:cNvPr id="47" name="SK-6-text-46"/>
          <p:cNvSpPr/>
          <p:nvPr/>
        </p:nvSpPr>
        <p:spPr>
          <a:xfrm>
            <a:off x="3401467" y="4382244"/>
            <a:ext cx="1441133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인터커넥트 /</a:t>
            </a:r>
            <a:endParaRPr lang="en-US" sz="1275" dirty="0"/>
          </a:p>
        </p:txBody>
      </p:sp>
      <p:sp>
        <p:nvSpPr>
          <p:cNvPr id="48" name="SK-6-text-47"/>
          <p:cNvSpPr/>
          <p:nvPr/>
        </p:nvSpPr>
        <p:spPr>
          <a:xfrm>
            <a:off x="3352800" y="4615309"/>
            <a:ext cx="2270760" cy="1576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Interconnect</a:t>
            </a:r>
            <a:endParaRPr lang="en-US" sz="1200" dirty="0"/>
          </a:p>
        </p:txBody>
      </p:sp>
      <p:sp>
        <p:nvSpPr>
          <p:cNvPr id="49" name="SK-6-text-48"/>
          <p:cNvSpPr/>
          <p:nvPr/>
        </p:nvSpPr>
        <p:spPr>
          <a:xfrm>
            <a:off x="4840188" y="4382244"/>
            <a:ext cx="1052513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봉지재 /</a:t>
            </a:r>
            <a:endParaRPr lang="en-US" sz="1275" dirty="0"/>
          </a:p>
        </p:txBody>
      </p:sp>
      <p:sp>
        <p:nvSpPr>
          <p:cNvPr id="50" name="SK-6-text-49"/>
          <p:cNvSpPr/>
          <p:nvPr/>
        </p:nvSpPr>
        <p:spPr>
          <a:xfrm>
            <a:off x="4632871" y="4608463"/>
            <a:ext cx="2453640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51" name="SK-6-text-50"/>
          <p:cNvSpPr/>
          <p:nvPr/>
        </p:nvSpPr>
        <p:spPr>
          <a:xfrm>
            <a:off x="1280071" y="5260032"/>
            <a:ext cx="6820853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'단일 재료 칩' 방식으로는 OECT 디바이스</a:t>
            </a:r>
            <a:endParaRPr lang="en-US" sz="1575" dirty="0"/>
          </a:p>
        </p:txBody>
      </p:sp>
      <p:sp>
        <p:nvSpPr>
          <p:cNvPr id="52" name="SK-6-text-51"/>
          <p:cNvSpPr/>
          <p:nvPr/>
        </p:nvSpPr>
        <p:spPr>
          <a:xfrm>
            <a:off x="1304479" y="5554861"/>
            <a:ext cx="6020753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 파악이 어려움 → 8개 카테고리 분리로</a:t>
            </a:r>
            <a:endParaRPr lang="en-US" sz="1575" dirty="0"/>
          </a:p>
        </p:txBody>
      </p:sp>
      <p:sp>
        <p:nvSpPr>
          <p:cNvPr id="53" name="SK-6-text-52"/>
          <p:cNvSpPr/>
          <p:nvPr/>
        </p:nvSpPr>
        <p:spPr>
          <a:xfrm>
            <a:off x="1292275" y="5842992"/>
            <a:ext cx="3220402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간 즉시 비교 가능</a:t>
            </a:r>
            <a:endParaRPr lang="en-US" sz="1575" dirty="0"/>
          </a:p>
        </p:txBody>
      </p:sp>
      <p:sp>
        <p:nvSpPr>
          <p:cNvPr id="54" name="SK-6-text-53"/>
          <p:cNvSpPr/>
          <p:nvPr/>
        </p:nvSpPr>
        <p:spPr>
          <a:xfrm>
            <a:off x="7985671" y="1975098"/>
            <a:ext cx="3001328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회로 정보 분리 설계</a:t>
            </a:r>
            <a:endParaRPr lang="en-US" sz="1725" dirty="0"/>
          </a:p>
        </p:txBody>
      </p:sp>
      <p:sp>
        <p:nvSpPr>
          <p:cNvPr id="55" name="SK-6-text-54"/>
          <p:cNvSpPr/>
          <p:nvPr/>
        </p:nvSpPr>
        <p:spPr>
          <a:xfrm>
            <a:off x="6461671" y="2777430"/>
            <a:ext cx="607695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</a:t>
            </a:r>
            <a:endParaRPr lang="en-US" sz="1650" dirty="0"/>
          </a:p>
        </p:txBody>
      </p:sp>
      <p:sp>
        <p:nvSpPr>
          <p:cNvPr id="56" name="SK-6-text-55"/>
          <p:cNvSpPr/>
          <p:nvPr/>
        </p:nvSpPr>
        <p:spPr>
          <a:xfrm>
            <a:off x="6461671" y="3079105"/>
            <a:ext cx="607695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6B6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</a:t>
            </a:r>
            <a:endParaRPr lang="en-US" sz="1650" dirty="0"/>
          </a:p>
        </p:txBody>
      </p:sp>
      <p:sp>
        <p:nvSpPr>
          <p:cNvPr id="57" name="SK-6-text-56"/>
          <p:cNvSpPr/>
          <p:nvPr/>
        </p:nvSpPr>
        <p:spPr>
          <a:xfrm>
            <a:off x="8656290" y="2736205"/>
            <a:ext cx="1238250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회로 필드</a:t>
            </a:r>
            <a:endParaRPr lang="en-US" sz="1500" dirty="0"/>
          </a:p>
        </p:txBody>
      </p:sp>
      <p:sp>
        <p:nvSpPr>
          <p:cNvPr id="58" name="SK-6-text-57"/>
          <p:cNvSpPr/>
          <p:nvPr/>
        </p:nvSpPr>
        <p:spPr>
          <a:xfrm>
            <a:off x="7278588" y="3127177"/>
            <a:ext cx="1539240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원리...</a:t>
            </a:r>
            <a:endParaRPr lang="en-US" sz="1200" dirty="0"/>
          </a:p>
        </p:txBody>
      </p:sp>
      <p:sp>
        <p:nvSpPr>
          <p:cNvPr id="59" name="SK-6-text-58"/>
          <p:cNvSpPr/>
          <p:nvPr/>
        </p:nvSpPr>
        <p:spPr>
          <a:xfrm>
            <a:off x="8290471" y="3127177"/>
            <a:ext cx="2453640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초록에서 확인 불가...</a:t>
            </a:r>
            <a:endParaRPr lang="en-US" sz="1200" dirty="0"/>
          </a:p>
        </p:txBody>
      </p:sp>
      <p:sp>
        <p:nvSpPr>
          <p:cNvPr id="60" name="SK-6-text-59"/>
          <p:cNvSpPr/>
          <p:nvPr/>
        </p:nvSpPr>
        <p:spPr>
          <a:xfrm>
            <a:off x="9863286" y="3127177"/>
            <a:ext cx="1539240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회로 정보 혼재</a:t>
            </a:r>
            <a:endParaRPr lang="en-US" sz="1200" dirty="0"/>
          </a:p>
        </p:txBody>
      </p:sp>
      <p:sp>
        <p:nvSpPr>
          <p:cNvPr id="61" name="SK-6-text-60"/>
          <p:cNvSpPr/>
          <p:nvPr/>
        </p:nvSpPr>
        <p:spPr>
          <a:xfrm>
            <a:off x="6376392" y="4155877"/>
            <a:ext cx="859155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B7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우리의</a:t>
            </a:r>
            <a:endParaRPr lang="en-US" sz="1650" dirty="0"/>
          </a:p>
        </p:txBody>
      </p:sp>
      <p:sp>
        <p:nvSpPr>
          <p:cNvPr id="62" name="SK-6-text-61"/>
          <p:cNvSpPr/>
          <p:nvPr/>
        </p:nvSpPr>
        <p:spPr>
          <a:xfrm>
            <a:off x="6473875" y="4457700"/>
            <a:ext cx="607695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B7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650" dirty="0"/>
          </a:p>
        </p:txBody>
      </p:sp>
      <p:sp>
        <p:nvSpPr>
          <p:cNvPr id="63" name="SK-6-text-62"/>
          <p:cNvSpPr/>
          <p:nvPr/>
        </p:nvSpPr>
        <p:spPr>
          <a:xfrm>
            <a:off x="7680871" y="4149030"/>
            <a:ext cx="1009650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7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메커니즘</a:t>
            </a:r>
            <a:endParaRPr lang="en-US" sz="1500" dirty="0"/>
          </a:p>
        </p:txBody>
      </p:sp>
      <p:sp>
        <p:nvSpPr>
          <p:cNvPr id="64" name="SK-6-text-63"/>
          <p:cNvSpPr/>
          <p:nvPr/>
        </p:nvSpPr>
        <p:spPr>
          <a:xfrm>
            <a:off x="7558980" y="4546848"/>
            <a:ext cx="1539240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 원리 전용</a:t>
            </a:r>
            <a:endParaRPr lang="en-US" sz="1200" dirty="0"/>
          </a:p>
        </p:txBody>
      </p:sp>
      <p:sp>
        <p:nvSpPr>
          <p:cNvPr id="65" name="SK-6-text-64"/>
          <p:cNvSpPr/>
          <p:nvPr/>
        </p:nvSpPr>
        <p:spPr>
          <a:xfrm>
            <a:off x="9448800" y="4149030"/>
            <a:ext cx="2743200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7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회로 (Circuit)</a:t>
            </a:r>
            <a:endParaRPr lang="en-US" sz="1500" dirty="0"/>
          </a:p>
        </p:txBody>
      </p:sp>
      <p:sp>
        <p:nvSpPr>
          <p:cNvPr id="66" name="SK-6-text-65"/>
          <p:cNvSpPr/>
          <p:nvPr/>
        </p:nvSpPr>
        <p:spPr>
          <a:xfrm>
            <a:off x="9448800" y="4553694"/>
            <a:ext cx="2270760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Figure 추출 전용</a:t>
            </a:r>
            <a:endParaRPr lang="en-US" sz="1200" dirty="0"/>
          </a:p>
        </p:txBody>
      </p:sp>
      <p:sp>
        <p:nvSpPr>
          <p:cNvPr id="67" name="SK-6-text-66"/>
          <p:cNvSpPr/>
          <p:nvPr/>
        </p:nvSpPr>
        <p:spPr>
          <a:xfrm>
            <a:off x="7059067" y="5335488"/>
            <a:ext cx="5132933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Circuit = figure 추출 전용 필드로 완전 분리</a:t>
            </a:r>
            <a:endParaRPr lang="en-US" sz="1575" dirty="0"/>
          </a:p>
        </p:txBody>
      </p:sp>
      <p:sp>
        <p:nvSpPr>
          <p:cNvPr id="68" name="SK-6-text-67"/>
          <p:cNvSpPr/>
          <p:nvPr/>
        </p:nvSpPr>
        <p:spPr>
          <a:xfrm>
            <a:off x="7083475" y="5644009"/>
            <a:ext cx="2740342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정체성 혼란 제거</a:t>
            </a:r>
            <a:endParaRPr lang="en-US" sz="1575" dirty="0"/>
          </a:p>
        </p:txBody>
      </p:sp>
      <p:sp>
        <p:nvSpPr>
          <p:cNvPr id="69" name="SK-6-text-68"/>
          <p:cNvSpPr/>
          <p:nvPr/>
        </p:nvSpPr>
        <p:spPr>
          <a:xfrm>
            <a:off x="11240988" y="6604248"/>
            <a:ext cx="951012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/ 15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490" y="0"/>
            <a:ext cx="4754761" cy="1028700"/>
          </a:xfrm>
          <a:prstGeom prst="rect">
            <a:avLst/>
          </a:prstGeom>
        </p:spPr>
      </p:pic>
      <p:pic>
        <p:nvPicPr>
          <p:cNvPr id="4" name="SK-7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15100"/>
            <a:ext cx="12192000" cy="342900"/>
          </a:xfrm>
          <a:prstGeom prst="rect">
            <a:avLst/>
          </a:prstGeom>
        </p:spPr>
      </p:pic>
      <p:pic>
        <p:nvPicPr>
          <p:cNvPr id="5" name="SK-7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765" y="1412677"/>
            <a:ext cx="1645890" cy="68461"/>
          </a:xfrm>
          <a:prstGeom prst="rect">
            <a:avLst/>
          </a:prstGeom>
        </p:spPr>
      </p:pic>
      <p:pic>
        <p:nvPicPr>
          <p:cNvPr id="6" name="SK-7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765" y="1412677"/>
            <a:ext cx="1206996" cy="68461"/>
          </a:xfrm>
          <a:prstGeom prst="rect">
            <a:avLst/>
          </a:prstGeom>
        </p:spPr>
      </p:pic>
      <p:pic>
        <p:nvPicPr>
          <p:cNvPr id="7" name="SK-7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714500"/>
            <a:ext cx="10972800" cy="994321"/>
          </a:xfrm>
          <a:prstGeom prst="rect">
            <a:avLst/>
          </a:prstGeom>
        </p:spPr>
      </p:pic>
      <p:pic>
        <p:nvPicPr>
          <p:cNvPr id="8" name="SK-7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361" y="2057400"/>
            <a:ext cx="731490" cy="342900"/>
          </a:xfrm>
          <a:prstGeom prst="rect">
            <a:avLst/>
          </a:prstGeom>
        </p:spPr>
      </p:pic>
      <p:pic>
        <p:nvPicPr>
          <p:cNvPr id="9" name="SK-7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1561" y="1975098"/>
            <a:ext cx="1731169" cy="411361"/>
          </a:xfrm>
          <a:prstGeom prst="rect">
            <a:avLst/>
          </a:prstGeom>
        </p:spPr>
      </p:pic>
      <p:pic>
        <p:nvPicPr>
          <p:cNvPr id="10" name="SK-7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9318" y="2768684"/>
            <a:ext cx="373246" cy="175215"/>
          </a:xfrm>
          <a:prstGeom prst="rect">
            <a:avLst/>
          </a:prstGeom>
        </p:spPr>
      </p:pic>
      <p:pic>
        <p:nvPicPr>
          <p:cNvPr id="11" name="SK-7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2100" y="2838306"/>
            <a:ext cx="148429" cy="148428"/>
          </a:xfrm>
          <a:prstGeom prst="rect">
            <a:avLst/>
          </a:prstGeom>
        </p:spPr>
      </p:pic>
      <p:pic>
        <p:nvPicPr>
          <p:cNvPr id="12" name="SK-7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2983111"/>
            <a:ext cx="10972800" cy="994321"/>
          </a:xfrm>
          <a:prstGeom prst="rect">
            <a:avLst/>
          </a:prstGeom>
        </p:spPr>
      </p:pic>
      <p:pic>
        <p:nvPicPr>
          <p:cNvPr id="13" name="SK-7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2361" y="3326011"/>
            <a:ext cx="731490" cy="342900"/>
          </a:xfrm>
          <a:prstGeom prst="rect">
            <a:avLst/>
          </a:prstGeom>
        </p:spPr>
      </p:pic>
      <p:pic>
        <p:nvPicPr>
          <p:cNvPr id="14" name="SK-7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6761" y="3243709"/>
            <a:ext cx="2035969" cy="445740"/>
          </a:xfrm>
          <a:prstGeom prst="rect">
            <a:avLst/>
          </a:prstGeom>
        </p:spPr>
      </p:pic>
      <p:pic>
        <p:nvPicPr>
          <p:cNvPr id="15" name="SK-7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9048" y="4037565"/>
            <a:ext cx="373831" cy="188656"/>
          </a:xfrm>
          <a:prstGeom prst="rect">
            <a:avLst/>
          </a:prstGeom>
        </p:spPr>
      </p:pic>
      <p:pic>
        <p:nvPicPr>
          <p:cNvPr id="16" name="SK-7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53904" y="4120160"/>
            <a:ext cx="146368" cy="146368"/>
          </a:xfrm>
          <a:prstGeom prst="rect">
            <a:avLst/>
          </a:prstGeom>
        </p:spPr>
      </p:pic>
      <p:pic>
        <p:nvPicPr>
          <p:cNvPr id="17" name="SK-7-img-1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286250"/>
            <a:ext cx="10972800" cy="994321"/>
          </a:xfrm>
          <a:prstGeom prst="rect">
            <a:avLst/>
          </a:prstGeom>
        </p:spPr>
      </p:pic>
      <p:pic>
        <p:nvPicPr>
          <p:cNvPr id="18" name="SK-7-img-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2361" y="4629150"/>
            <a:ext cx="731490" cy="342900"/>
          </a:xfrm>
          <a:prstGeom prst="rect">
            <a:avLst/>
          </a:prstGeom>
        </p:spPr>
      </p:pic>
      <p:pic>
        <p:nvPicPr>
          <p:cNvPr id="20" name="SK-7-img-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09745" y="5340262"/>
            <a:ext cx="372341" cy="154984"/>
          </a:xfrm>
          <a:prstGeom prst="rect">
            <a:avLst/>
          </a:prstGeom>
        </p:spPr>
      </p:pic>
      <p:pic>
        <p:nvPicPr>
          <p:cNvPr id="21" name="SK-7-img-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149557" y="5390584"/>
            <a:ext cx="151349" cy="151348"/>
          </a:xfrm>
          <a:prstGeom prst="rect">
            <a:avLst/>
          </a:prstGeom>
        </p:spPr>
      </p:pic>
      <p:pic>
        <p:nvPicPr>
          <p:cNvPr id="22" name="SK-7-img-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5520630"/>
            <a:ext cx="10972800" cy="960090"/>
          </a:xfrm>
          <a:prstGeom prst="rect">
            <a:avLst/>
          </a:prstGeom>
        </p:spPr>
      </p:pic>
      <p:pic>
        <p:nvPicPr>
          <p:cNvPr id="23" name="SK-7-img-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1655" y="5554861"/>
            <a:ext cx="97482" cy="891480"/>
          </a:xfrm>
          <a:prstGeom prst="rect">
            <a:avLst/>
          </a:prstGeom>
        </p:spPr>
      </p:pic>
      <p:pic>
        <p:nvPicPr>
          <p:cNvPr id="24" name="SK-7-img-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18965" y="4361557"/>
            <a:ext cx="975271" cy="802332"/>
          </a:xfrm>
          <a:prstGeom prst="rect">
            <a:avLst/>
          </a:prstGeom>
        </p:spPr>
      </p:pic>
      <p:pic>
        <p:nvPicPr>
          <p:cNvPr id="25" name="SK-7-img-24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1177" y="4457700"/>
            <a:ext cx="609600" cy="617190"/>
          </a:xfrm>
          <a:prstGeom prst="rect">
            <a:avLst/>
          </a:prstGeom>
        </p:spPr>
      </p:pic>
      <p:pic>
        <p:nvPicPr>
          <p:cNvPr id="26" name="SK-7-img-25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792188" y="3092946"/>
            <a:ext cx="828973" cy="802332"/>
          </a:xfrm>
          <a:prstGeom prst="rect">
            <a:avLst/>
          </a:prstGeom>
        </p:spPr>
      </p:pic>
      <p:pic>
        <p:nvPicPr>
          <p:cNvPr id="27" name="SK-7-img-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28973" y="3202632"/>
            <a:ext cx="621655" cy="603498"/>
          </a:xfrm>
          <a:prstGeom prst="rect">
            <a:avLst/>
          </a:prstGeom>
        </p:spPr>
      </p:pic>
      <p:pic>
        <p:nvPicPr>
          <p:cNvPr id="28" name="SK-7-img-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779984" y="1810494"/>
            <a:ext cx="780157" cy="809179"/>
          </a:xfrm>
          <a:prstGeom prst="rect">
            <a:avLst/>
          </a:prstGeom>
        </p:spPr>
      </p:pic>
      <p:pic>
        <p:nvPicPr>
          <p:cNvPr id="29" name="SK-7-img-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8973" y="1913334"/>
            <a:ext cx="621655" cy="624036"/>
          </a:xfrm>
          <a:prstGeom prst="rect">
            <a:avLst/>
          </a:prstGeom>
        </p:spPr>
      </p:pic>
      <p:sp>
        <p:nvSpPr>
          <p:cNvPr id="30" name="SK-7-text-29"/>
          <p:cNvSpPr/>
          <p:nvPr/>
        </p:nvSpPr>
        <p:spPr>
          <a:xfrm>
            <a:off x="475357" y="329059"/>
            <a:ext cx="3088957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00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차별화 포인트 02</a:t>
            </a:r>
            <a:endParaRPr lang="en-US" sz="1725" dirty="0"/>
          </a:p>
        </p:txBody>
      </p:sp>
      <p:sp>
        <p:nvSpPr>
          <p:cNvPr id="31" name="SK-7-text-30"/>
          <p:cNvSpPr/>
          <p:nvPr/>
        </p:nvSpPr>
        <p:spPr>
          <a:xfrm>
            <a:off x="475357" y="754261"/>
            <a:ext cx="8048625" cy="5348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3계층 회로 폴백 시스템</a:t>
            </a:r>
            <a:endParaRPr lang="en-US" sz="3750" dirty="0"/>
          </a:p>
        </p:txBody>
      </p:sp>
      <p:sp>
        <p:nvSpPr>
          <p:cNvPr id="32" name="SK-7-text-31"/>
          <p:cNvSpPr/>
          <p:nvPr/>
        </p:nvSpPr>
        <p:spPr>
          <a:xfrm>
            <a:off x="2974777" y="1913334"/>
            <a:ext cx="7226617" cy="31536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PyMuPDF 임베더드 래스터 이미지 추출</a:t>
            </a:r>
            <a:endParaRPr lang="en-US" sz="2025" dirty="0"/>
          </a:p>
        </p:txBody>
      </p:sp>
      <p:sp>
        <p:nvSpPr>
          <p:cNvPr id="33" name="SK-7-text-32"/>
          <p:cNvSpPr/>
          <p:nvPr/>
        </p:nvSpPr>
        <p:spPr>
          <a:xfrm>
            <a:off x="2986980" y="2317998"/>
            <a:ext cx="8782050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PDF에 내장된 이미지를 직접 추출 → Gemini가 회로 여부 분류</a:t>
            </a:r>
            <a:endParaRPr lang="en-US" sz="1500" dirty="0"/>
          </a:p>
        </p:txBody>
      </p:sp>
      <p:sp>
        <p:nvSpPr>
          <p:cNvPr id="34" name="SK-7-text-33"/>
          <p:cNvSpPr/>
          <p:nvPr/>
        </p:nvSpPr>
        <p:spPr>
          <a:xfrm>
            <a:off x="9911953" y="2132707"/>
            <a:ext cx="2280047" cy="1507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8CA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raster</a:t>
            </a:r>
            <a:endParaRPr lang="en-US" sz="1200" dirty="0"/>
          </a:p>
        </p:txBody>
      </p:sp>
      <p:sp>
        <p:nvSpPr>
          <p:cNvPr id="35" name="SK-7-text-34"/>
          <p:cNvSpPr/>
          <p:nvPr/>
        </p:nvSpPr>
        <p:spPr>
          <a:xfrm>
            <a:off x="2974777" y="3195786"/>
            <a:ext cx="9217223" cy="31536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PNG 렌더 → Gemini ROI 검출 → 이미지 크롭</a:t>
            </a:r>
            <a:endParaRPr lang="en-US" sz="2025" dirty="0"/>
          </a:p>
        </p:txBody>
      </p:sp>
      <p:sp>
        <p:nvSpPr>
          <p:cNvPr id="36" name="SK-7-text-35"/>
          <p:cNvSpPr/>
          <p:nvPr/>
        </p:nvSpPr>
        <p:spPr>
          <a:xfrm>
            <a:off x="2986980" y="3600450"/>
            <a:ext cx="9205020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그래픽 회로 대응 — 페이지 전체를 이미지로 렌더링 후 회로 영역 감지</a:t>
            </a:r>
            <a:endParaRPr lang="en-US" sz="1500" dirty="0"/>
          </a:p>
        </p:txBody>
      </p:sp>
      <p:sp>
        <p:nvSpPr>
          <p:cNvPr id="37" name="SK-7-text-36"/>
          <p:cNvSpPr/>
          <p:nvPr/>
        </p:nvSpPr>
        <p:spPr>
          <a:xfrm>
            <a:off x="9509671" y="3387775"/>
            <a:ext cx="2682329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B85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vector_fallback</a:t>
            </a:r>
            <a:endParaRPr lang="en-US" sz="1200" dirty="0"/>
          </a:p>
        </p:txBody>
      </p:sp>
      <p:sp>
        <p:nvSpPr>
          <p:cNvPr id="38" name="SK-7-text-37"/>
          <p:cNvSpPr/>
          <p:nvPr/>
        </p:nvSpPr>
        <p:spPr>
          <a:xfrm>
            <a:off x="2974777" y="4471392"/>
            <a:ext cx="9217223" cy="3085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+ 캡션 → Gemini 토폴로지 분류 → schemdraw 템플릿 생성</a:t>
            </a:r>
            <a:endParaRPr lang="en-US" sz="2025" dirty="0"/>
          </a:p>
        </p:txBody>
      </p:sp>
      <p:sp>
        <p:nvSpPr>
          <p:cNvPr id="39" name="SK-7-text-38"/>
          <p:cNvSpPr/>
          <p:nvPr/>
        </p:nvSpPr>
        <p:spPr>
          <a:xfrm>
            <a:off x="2986980" y="4869061"/>
            <a:ext cx="9205020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B0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없는 논문도 커버 — 텍스트 분석으로 회로 토폴로지 추정 후 자동 렌더링</a:t>
            </a:r>
            <a:endParaRPr lang="en-US" sz="1500" dirty="0"/>
          </a:p>
        </p:txBody>
      </p:sp>
      <p:sp>
        <p:nvSpPr>
          <p:cNvPr id="40" name="SK-7-text-39"/>
          <p:cNvSpPr/>
          <p:nvPr/>
        </p:nvSpPr>
        <p:spPr>
          <a:xfrm>
            <a:off x="9509671" y="4961741"/>
            <a:ext cx="2670125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4ED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text_generated</a:t>
            </a:r>
            <a:endParaRPr lang="en-US" sz="1200" dirty="0"/>
          </a:p>
        </p:txBody>
      </p:sp>
      <p:sp>
        <p:nvSpPr>
          <p:cNvPr id="41" name="SK-7-text-40"/>
          <p:cNvSpPr/>
          <p:nvPr/>
        </p:nvSpPr>
        <p:spPr>
          <a:xfrm>
            <a:off x="975271" y="5678388"/>
            <a:ext cx="11216729" cy="3702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4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회로 탭은 절대 없습니다 — 3단계 중 하나가 반드시 성공</a:t>
            </a:r>
            <a:endParaRPr lang="en-US" sz="2475" dirty="0"/>
          </a:p>
        </p:txBody>
      </p:sp>
      <p:sp>
        <p:nvSpPr>
          <p:cNvPr id="42" name="SK-7-text-41"/>
          <p:cNvSpPr/>
          <p:nvPr/>
        </p:nvSpPr>
        <p:spPr>
          <a:xfrm>
            <a:off x="975271" y="6089898"/>
            <a:ext cx="11216729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8CA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always-on 모드 (2026-05-05~): 3순위 항상 발동 → 발표 시 다양한 출처 비교 가능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1961" y="0"/>
            <a:ext cx="3169890" cy="1371600"/>
          </a:xfrm>
          <a:prstGeom prst="rect">
            <a:avLst/>
          </a:prstGeom>
        </p:spPr>
      </p:pic>
      <p:pic>
        <p:nvPicPr>
          <p:cNvPr id="4" name="SK-8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486" y="1234380"/>
            <a:ext cx="1231255" cy="123379"/>
          </a:xfrm>
          <a:prstGeom prst="rect">
            <a:avLst/>
          </a:prstGeom>
        </p:spPr>
      </p:pic>
      <p:pic>
        <p:nvPicPr>
          <p:cNvPr id="5" name="SK-8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063" y="2112169"/>
            <a:ext cx="3864769" cy="1810494"/>
          </a:xfrm>
          <a:prstGeom prst="rect">
            <a:avLst/>
          </a:prstGeom>
        </p:spPr>
      </p:pic>
      <p:pic>
        <p:nvPicPr>
          <p:cNvPr id="6" name="SK-8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5475" y="2112169"/>
            <a:ext cx="365671" cy="205680"/>
          </a:xfrm>
          <a:prstGeom prst="rect">
            <a:avLst/>
          </a:prstGeom>
        </p:spPr>
      </p:pic>
      <p:pic>
        <p:nvPicPr>
          <p:cNvPr id="7" name="SK-8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4406" y="1680121"/>
            <a:ext cx="9525" cy="3326011"/>
          </a:xfrm>
          <a:prstGeom prst="rect">
            <a:avLst/>
          </a:prstGeom>
        </p:spPr>
      </p:pic>
      <p:pic>
        <p:nvPicPr>
          <p:cNvPr id="8" name="SK-8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963" y="4631234"/>
            <a:ext cx="3303997" cy="16445"/>
          </a:xfrm>
          <a:prstGeom prst="rect">
            <a:avLst/>
          </a:prstGeom>
        </p:spPr>
      </p:pic>
      <p:pic>
        <p:nvPicPr>
          <p:cNvPr id="9" name="SK-8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3969" y="2386459"/>
            <a:ext cx="1962894" cy="2084784"/>
          </a:xfrm>
          <a:prstGeom prst="rect">
            <a:avLst/>
          </a:prstGeom>
        </p:spPr>
      </p:pic>
      <p:pic>
        <p:nvPicPr>
          <p:cNvPr id="10" name="SK-8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4886" y="2386459"/>
            <a:ext cx="1962894" cy="2084784"/>
          </a:xfrm>
          <a:prstGeom prst="rect">
            <a:avLst/>
          </a:prstGeom>
        </p:spPr>
      </p:pic>
      <p:pic>
        <p:nvPicPr>
          <p:cNvPr id="11" name="SK-8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26675" y="2352229"/>
            <a:ext cx="1962894" cy="2119015"/>
          </a:xfrm>
          <a:prstGeom prst="rect">
            <a:avLst/>
          </a:prstGeom>
        </p:spPr>
      </p:pic>
      <p:pic>
        <p:nvPicPr>
          <p:cNvPr id="12" name="SK-8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2290" y="3076575"/>
            <a:ext cx="219373" cy="19050"/>
          </a:xfrm>
          <a:prstGeom prst="rect">
            <a:avLst/>
          </a:prstGeom>
        </p:spPr>
      </p:pic>
      <p:pic>
        <p:nvPicPr>
          <p:cNvPr id="13" name="SK-8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4175" y="3052424"/>
            <a:ext cx="67352" cy="67352"/>
          </a:xfrm>
          <a:prstGeom prst="rect">
            <a:avLst/>
          </a:prstGeom>
        </p:spPr>
      </p:pic>
      <p:pic>
        <p:nvPicPr>
          <p:cNvPr id="14" name="SK-8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73059" y="3076575"/>
            <a:ext cx="219373" cy="19050"/>
          </a:xfrm>
          <a:prstGeom prst="rect">
            <a:avLst/>
          </a:prstGeom>
        </p:spPr>
      </p:pic>
      <p:pic>
        <p:nvPicPr>
          <p:cNvPr id="15" name="SK-8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34943" y="3052424"/>
            <a:ext cx="67352" cy="67352"/>
          </a:xfrm>
          <a:prstGeom prst="rect">
            <a:avLst/>
          </a:prstGeom>
        </p:spPr>
      </p:pic>
      <p:pic>
        <p:nvPicPr>
          <p:cNvPr id="16" name="SK-8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4965" y="5383411"/>
            <a:ext cx="11801773" cy="1062930"/>
          </a:xfrm>
          <a:prstGeom prst="rect">
            <a:avLst/>
          </a:prstGeom>
        </p:spPr>
      </p:pic>
      <p:pic>
        <p:nvPicPr>
          <p:cNvPr id="17" name="SK-8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0079" y="5554861"/>
            <a:ext cx="2706588" cy="809179"/>
          </a:xfrm>
          <a:prstGeom prst="rect">
            <a:avLst/>
          </a:prstGeom>
        </p:spPr>
      </p:pic>
      <p:pic>
        <p:nvPicPr>
          <p:cNvPr id="18" name="SK-8-img-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03984" y="5554861"/>
            <a:ext cx="2706588" cy="809179"/>
          </a:xfrm>
          <a:prstGeom prst="rect">
            <a:avLst/>
          </a:prstGeom>
        </p:spPr>
      </p:pic>
      <p:pic>
        <p:nvPicPr>
          <p:cNvPr id="19" name="SK-8-img-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2298" y="5554861"/>
            <a:ext cx="2621161" cy="809179"/>
          </a:xfrm>
          <a:prstGeom prst="rect">
            <a:avLst/>
          </a:prstGeom>
        </p:spPr>
      </p:pic>
      <p:pic>
        <p:nvPicPr>
          <p:cNvPr id="20" name="SK-8-img-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34165" y="5554861"/>
            <a:ext cx="2755255" cy="809179"/>
          </a:xfrm>
          <a:prstGeom prst="rect">
            <a:avLst/>
          </a:prstGeom>
        </p:spPr>
      </p:pic>
      <p:pic>
        <p:nvPicPr>
          <p:cNvPr id="21" name="SK-8-img-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6638479"/>
            <a:ext cx="12192000" cy="95994"/>
          </a:xfrm>
          <a:prstGeom prst="rect">
            <a:avLst/>
          </a:prstGeom>
        </p:spPr>
      </p:pic>
      <p:pic>
        <p:nvPicPr>
          <p:cNvPr id="22" name="SK-8-img-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80463" y="5671542"/>
            <a:ext cx="524173" cy="589657"/>
          </a:xfrm>
          <a:prstGeom prst="rect">
            <a:avLst/>
          </a:prstGeom>
        </p:spPr>
      </p:pic>
      <p:pic>
        <p:nvPicPr>
          <p:cNvPr id="23" name="SK-8-img-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22690" y="5644009"/>
            <a:ext cx="463153" cy="658267"/>
          </a:xfrm>
          <a:prstGeom prst="rect">
            <a:avLst/>
          </a:prstGeom>
        </p:spPr>
      </p:pic>
      <p:pic>
        <p:nvPicPr>
          <p:cNvPr id="24" name="SK-8-img-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38079" y="5685234"/>
            <a:ext cx="780157" cy="603498"/>
          </a:xfrm>
          <a:prstGeom prst="rect">
            <a:avLst/>
          </a:prstGeom>
        </p:spPr>
      </p:pic>
      <p:pic>
        <p:nvPicPr>
          <p:cNvPr id="25" name="SK-8-img-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3859" y="5685234"/>
            <a:ext cx="597396" cy="603498"/>
          </a:xfrm>
          <a:prstGeom prst="rect">
            <a:avLst/>
          </a:prstGeom>
        </p:spPr>
      </p:pic>
      <p:pic>
        <p:nvPicPr>
          <p:cNvPr id="26" name="SK-8-img-25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286573" y="2561481"/>
            <a:ext cx="1024086" cy="850255"/>
          </a:xfrm>
          <a:prstGeom prst="rect">
            <a:avLst/>
          </a:prstGeom>
        </p:spPr>
      </p:pic>
      <p:pic>
        <p:nvPicPr>
          <p:cNvPr id="27" name="SK-8-img-26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34486" y="2626519"/>
            <a:ext cx="670471" cy="651421"/>
          </a:xfrm>
          <a:prstGeom prst="rect">
            <a:avLst/>
          </a:prstGeom>
        </p:spPr>
      </p:pic>
      <p:pic>
        <p:nvPicPr>
          <p:cNvPr id="28" name="SK-8-img-27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681365" y="2592288"/>
            <a:ext cx="719286" cy="699492"/>
          </a:xfrm>
          <a:prstGeom prst="rect">
            <a:avLst/>
          </a:prstGeom>
        </p:spPr>
      </p:pic>
      <p:pic>
        <p:nvPicPr>
          <p:cNvPr id="29" name="SK-8-img-2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901875" y="4190107"/>
            <a:ext cx="402282" cy="335905"/>
          </a:xfrm>
          <a:prstGeom prst="rect">
            <a:avLst/>
          </a:prstGeom>
        </p:spPr>
      </p:pic>
      <p:pic>
        <p:nvPicPr>
          <p:cNvPr id="30" name="SK-8-img-29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901875" y="3826669"/>
            <a:ext cx="816769" cy="342900"/>
          </a:xfrm>
          <a:prstGeom prst="rect">
            <a:avLst/>
          </a:prstGeom>
        </p:spPr>
      </p:pic>
      <p:sp>
        <p:nvSpPr>
          <p:cNvPr id="31" name="SK-8-text-30"/>
          <p:cNvSpPr/>
          <p:nvPr/>
        </p:nvSpPr>
        <p:spPr>
          <a:xfrm>
            <a:off x="402282" y="274290"/>
            <a:ext cx="2686050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C2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차별화 포인트 03</a:t>
            </a:r>
            <a:endParaRPr lang="en-US" sz="1500" dirty="0"/>
          </a:p>
        </p:txBody>
      </p:sp>
      <p:sp>
        <p:nvSpPr>
          <p:cNvPr id="32" name="SK-8-text-31"/>
          <p:cNvSpPr/>
          <p:nvPr/>
        </p:nvSpPr>
        <p:spPr>
          <a:xfrm>
            <a:off x="402282" y="617190"/>
            <a:ext cx="10036493" cy="4662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0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분류기와 템플릿 기반 회로 생성</a:t>
            </a:r>
            <a:endParaRPr lang="en-US" sz="3075" dirty="0"/>
          </a:p>
        </p:txBody>
      </p:sp>
      <p:sp>
        <p:nvSpPr>
          <p:cNvPr id="33" name="SK-8-text-32"/>
          <p:cNvSpPr/>
          <p:nvPr/>
        </p:nvSpPr>
        <p:spPr>
          <a:xfrm>
            <a:off x="926455" y="1673275"/>
            <a:ext cx="5374005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FF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 LLM 직접 코드 생성 방식</a:t>
            </a:r>
            <a:endParaRPr lang="en-US" sz="1950" dirty="0"/>
          </a:p>
        </p:txBody>
      </p:sp>
      <p:sp>
        <p:nvSpPr>
          <p:cNvPr id="34" name="SK-8-text-33"/>
          <p:cNvSpPr/>
          <p:nvPr/>
        </p:nvSpPr>
        <p:spPr>
          <a:xfrm>
            <a:off x="1024086" y="2290465"/>
            <a:ext cx="4236720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d = elm.Dot().label('VDD')</a:t>
            </a:r>
            <a:endParaRPr lang="en-US" sz="1050" dirty="0"/>
          </a:p>
        </p:txBody>
      </p:sp>
      <p:sp>
        <p:nvSpPr>
          <p:cNvPr id="35" name="SK-8-text-34"/>
          <p:cNvSpPr/>
          <p:nvPr/>
        </p:nvSpPr>
        <p:spPr>
          <a:xfrm>
            <a:off x="1145977" y="2605980"/>
            <a:ext cx="610362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r = elm.Resistor().down().label('R1')</a:t>
            </a:r>
            <a:endParaRPr lang="en-US" sz="1050" dirty="0"/>
          </a:p>
        </p:txBody>
      </p:sp>
      <p:sp>
        <p:nvSpPr>
          <p:cNvPr id="36" name="SK-8-text-35"/>
          <p:cNvSpPr/>
          <p:nvPr/>
        </p:nvSpPr>
        <p:spPr>
          <a:xfrm>
            <a:off x="1084957" y="2887117"/>
            <a:ext cx="6423660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</a:rPr>
              <a:t>c = elm.Capacitor().right().label('C1')</a:t>
            </a:r>
            <a:endParaRPr lang="en-US" sz="1050" dirty="0"/>
          </a:p>
        </p:txBody>
      </p:sp>
      <p:sp>
        <p:nvSpPr>
          <p:cNvPr id="37" name="SK-8-text-36"/>
          <p:cNvSpPr/>
          <p:nvPr/>
        </p:nvSpPr>
        <p:spPr>
          <a:xfrm>
            <a:off x="926455" y="3250555"/>
            <a:ext cx="4612005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매번 다른 코드 구조 → 재현성 없음</a:t>
            </a:r>
            <a:endParaRPr lang="en-US" sz="1350" dirty="0"/>
          </a:p>
        </p:txBody>
      </p:sp>
      <p:sp>
        <p:nvSpPr>
          <p:cNvPr id="38" name="SK-8-text-37"/>
          <p:cNvSpPr/>
          <p:nvPr/>
        </p:nvSpPr>
        <p:spPr>
          <a:xfrm>
            <a:off x="926455" y="3538686"/>
            <a:ext cx="3789045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품질 불안정 (실험으로 확인)</a:t>
            </a:r>
            <a:endParaRPr lang="en-US" sz="1350" dirty="0"/>
          </a:p>
        </p:txBody>
      </p:sp>
      <p:sp>
        <p:nvSpPr>
          <p:cNvPr id="39" name="SK-8-text-38"/>
          <p:cNvSpPr/>
          <p:nvPr/>
        </p:nvSpPr>
        <p:spPr>
          <a:xfrm>
            <a:off x="2365177" y="4251871"/>
            <a:ext cx="898208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불안정</a:t>
            </a:r>
            <a:endParaRPr lang="en-US" sz="1725" dirty="0"/>
          </a:p>
        </p:txBody>
      </p:sp>
      <p:sp>
        <p:nvSpPr>
          <p:cNvPr id="40" name="SK-8-text-39"/>
          <p:cNvSpPr/>
          <p:nvPr/>
        </p:nvSpPr>
        <p:spPr>
          <a:xfrm>
            <a:off x="938659" y="4745682"/>
            <a:ext cx="5562600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토폴로지도 매번 다른 schemdraw 코드 출력</a:t>
            </a:r>
            <a:endParaRPr lang="en-US" sz="1200" dirty="0"/>
          </a:p>
        </p:txBody>
      </p:sp>
      <p:sp>
        <p:nvSpPr>
          <p:cNvPr id="41" name="SK-8-text-40"/>
          <p:cNvSpPr/>
          <p:nvPr/>
        </p:nvSpPr>
        <p:spPr>
          <a:xfrm>
            <a:off x="1011882" y="4978896"/>
            <a:ext cx="5013960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LLM의 코드 생성 자유도 = 재현 불가능한 결함</a:t>
            </a:r>
            <a:endParaRPr lang="en-US" sz="1200" dirty="0"/>
          </a:p>
        </p:txBody>
      </p:sp>
      <p:sp>
        <p:nvSpPr>
          <p:cNvPr id="42" name="SK-8-text-41"/>
          <p:cNvSpPr/>
          <p:nvPr/>
        </p:nvSpPr>
        <p:spPr>
          <a:xfrm>
            <a:off x="6449467" y="1673275"/>
            <a:ext cx="5742533" cy="3016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0C2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우리의 설계: LLM = 분류기만</a:t>
            </a:r>
            <a:endParaRPr lang="en-US" sz="1950" dirty="0"/>
          </a:p>
        </p:txBody>
      </p:sp>
      <p:sp>
        <p:nvSpPr>
          <p:cNvPr id="43" name="SK-8-text-42"/>
          <p:cNvSpPr/>
          <p:nvPr/>
        </p:nvSpPr>
        <p:spPr>
          <a:xfrm>
            <a:off x="5535067" y="3511153"/>
            <a:ext cx="1466850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입력</a:t>
            </a:r>
            <a:endParaRPr lang="en-US" sz="1500" dirty="0"/>
          </a:p>
        </p:txBody>
      </p:sp>
      <p:sp>
        <p:nvSpPr>
          <p:cNvPr id="44" name="SK-8-text-43"/>
          <p:cNvSpPr/>
          <p:nvPr/>
        </p:nvSpPr>
        <p:spPr>
          <a:xfrm>
            <a:off x="5559475" y="3895279"/>
            <a:ext cx="1829753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텍스트 ·</a:t>
            </a:r>
            <a:endParaRPr lang="en-US" sz="1275" dirty="0"/>
          </a:p>
        </p:txBody>
      </p:sp>
      <p:sp>
        <p:nvSpPr>
          <p:cNvPr id="45" name="SK-8-text-44"/>
          <p:cNvSpPr/>
          <p:nvPr/>
        </p:nvSpPr>
        <p:spPr>
          <a:xfrm>
            <a:off x="5205859" y="4128492"/>
            <a:ext cx="3772852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figure 캡션 · summary</a:t>
            </a:r>
            <a:endParaRPr lang="en-US" sz="1275" dirty="0"/>
          </a:p>
        </p:txBody>
      </p:sp>
      <p:sp>
        <p:nvSpPr>
          <p:cNvPr id="46" name="SK-8-text-45"/>
          <p:cNvSpPr/>
          <p:nvPr/>
        </p:nvSpPr>
        <p:spPr>
          <a:xfrm>
            <a:off x="7485757" y="3524994"/>
            <a:ext cx="3752850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→ 토폴로지 분류</a:t>
            </a:r>
            <a:endParaRPr lang="en-US" sz="1500" dirty="0"/>
          </a:p>
        </p:txBody>
      </p:sp>
      <p:sp>
        <p:nvSpPr>
          <p:cNvPr id="47" name="SK-8-text-46"/>
          <p:cNvSpPr/>
          <p:nvPr/>
        </p:nvSpPr>
        <p:spPr>
          <a:xfrm>
            <a:off x="7620000" y="3902125"/>
            <a:ext cx="2930843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4종 중 하나 선택만 담당</a:t>
            </a:r>
            <a:endParaRPr lang="en-US" sz="1275" dirty="0"/>
          </a:p>
        </p:txBody>
      </p:sp>
      <p:sp>
        <p:nvSpPr>
          <p:cNvPr id="48" name="SK-8-text-47"/>
          <p:cNvSpPr/>
          <p:nvPr/>
        </p:nvSpPr>
        <p:spPr>
          <a:xfrm>
            <a:off x="10241161" y="3511153"/>
            <a:ext cx="1695450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렌더링</a:t>
            </a:r>
            <a:endParaRPr lang="en-US" sz="1500" dirty="0"/>
          </a:p>
        </p:txBody>
      </p:sp>
      <p:sp>
        <p:nvSpPr>
          <p:cNvPr id="49" name="SK-8-text-48"/>
          <p:cNvSpPr/>
          <p:nvPr/>
        </p:nvSpPr>
        <p:spPr>
          <a:xfrm>
            <a:off x="10094863" y="3895279"/>
            <a:ext cx="2097137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미리 만든 schemdraw</a:t>
            </a:r>
            <a:endParaRPr lang="en-US" sz="1275" dirty="0"/>
          </a:p>
        </p:txBody>
      </p:sp>
      <p:sp>
        <p:nvSpPr>
          <p:cNvPr id="50" name="SK-8-text-49"/>
          <p:cNvSpPr/>
          <p:nvPr/>
        </p:nvSpPr>
        <p:spPr>
          <a:xfrm>
            <a:off x="10436275" y="4121646"/>
            <a:ext cx="1246823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실행</a:t>
            </a:r>
            <a:endParaRPr lang="en-US" sz="1275" dirty="0"/>
          </a:p>
        </p:txBody>
      </p:sp>
      <p:sp>
        <p:nvSpPr>
          <p:cNvPr id="51" name="SK-8-text-50"/>
          <p:cNvSpPr/>
          <p:nvPr/>
        </p:nvSpPr>
        <p:spPr>
          <a:xfrm>
            <a:off x="4072086" y="5205115"/>
            <a:ext cx="8119914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C2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템플릿 4종 — OECT 커스텀 schemdraw 심볼 자체 설계</a:t>
            </a:r>
            <a:endParaRPr lang="en-US" sz="1500" dirty="0"/>
          </a:p>
        </p:txBody>
      </p:sp>
      <p:sp>
        <p:nvSpPr>
          <p:cNvPr id="52" name="SK-8-text-51"/>
          <p:cNvSpPr/>
          <p:nvPr/>
        </p:nvSpPr>
        <p:spPr>
          <a:xfrm>
            <a:off x="1401961" y="5760690"/>
            <a:ext cx="3171825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common_source ·</a:t>
            </a:r>
            <a:endParaRPr lang="en-US" sz="1350" dirty="0"/>
          </a:p>
        </p:txBody>
      </p:sp>
      <p:sp>
        <p:nvSpPr>
          <p:cNvPr id="53" name="SK-8-text-52"/>
          <p:cNvSpPr/>
          <p:nvPr/>
        </p:nvSpPr>
        <p:spPr>
          <a:xfrm>
            <a:off x="1548259" y="5993755"/>
            <a:ext cx="1829753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소스 증폭기</a:t>
            </a:r>
            <a:endParaRPr lang="en-US" sz="1275" dirty="0"/>
          </a:p>
        </p:txBody>
      </p:sp>
      <p:sp>
        <p:nvSpPr>
          <p:cNvPr id="54" name="SK-8-text-53"/>
          <p:cNvSpPr/>
          <p:nvPr/>
        </p:nvSpPr>
        <p:spPr>
          <a:xfrm>
            <a:off x="4389090" y="5733157"/>
            <a:ext cx="3377565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transimpedance ·</a:t>
            </a:r>
            <a:endParaRPr lang="en-US" sz="1350" dirty="0"/>
          </a:p>
        </p:txBody>
      </p:sp>
      <p:sp>
        <p:nvSpPr>
          <p:cNvPr id="55" name="SK-8-text-54"/>
          <p:cNvSpPr/>
          <p:nvPr/>
        </p:nvSpPr>
        <p:spPr>
          <a:xfrm>
            <a:off x="4547592" y="5993755"/>
            <a:ext cx="1635443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전류→전압 변환</a:t>
            </a:r>
            <a:endParaRPr lang="en-US" sz="1275" dirty="0"/>
          </a:p>
        </p:txBody>
      </p:sp>
      <p:sp>
        <p:nvSpPr>
          <p:cNvPr id="56" name="SK-8-text-55"/>
          <p:cNvSpPr/>
          <p:nvPr/>
        </p:nvSpPr>
        <p:spPr>
          <a:xfrm>
            <a:off x="7205365" y="5733157"/>
            <a:ext cx="3583305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voltage_divider ·</a:t>
            </a:r>
            <a:endParaRPr lang="en-US" sz="1350" dirty="0"/>
          </a:p>
        </p:txBody>
      </p:sp>
      <p:sp>
        <p:nvSpPr>
          <p:cNvPr id="57" name="SK-8-text-56"/>
          <p:cNvSpPr/>
          <p:nvPr/>
        </p:nvSpPr>
        <p:spPr>
          <a:xfrm>
            <a:off x="7437090" y="5993755"/>
            <a:ext cx="1246823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전압 분배기</a:t>
            </a:r>
            <a:endParaRPr lang="en-US" sz="1275" dirty="0"/>
          </a:p>
        </p:txBody>
      </p:sp>
      <p:sp>
        <p:nvSpPr>
          <p:cNvPr id="58" name="SK-8-text-57"/>
          <p:cNvSpPr/>
          <p:nvPr/>
        </p:nvSpPr>
        <p:spPr>
          <a:xfrm>
            <a:off x="9911953" y="5733157"/>
            <a:ext cx="2280047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generic_3_terminal ·</a:t>
            </a:r>
            <a:endParaRPr lang="en-US" sz="1350" dirty="0"/>
          </a:p>
        </p:txBody>
      </p:sp>
      <p:sp>
        <p:nvSpPr>
          <p:cNvPr id="59" name="SK-8-text-58"/>
          <p:cNvSpPr/>
          <p:nvPr/>
        </p:nvSpPr>
        <p:spPr>
          <a:xfrm>
            <a:off x="9936361" y="5986909"/>
            <a:ext cx="2255639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안전망 (항상 렌더 가능)</a:t>
            </a:r>
            <a:endParaRPr lang="en-US" sz="1275" dirty="0"/>
          </a:p>
        </p:txBody>
      </p:sp>
      <p:sp>
        <p:nvSpPr>
          <p:cNvPr id="60" name="AutoShape 2" descr="blob:https://gemini.google.com/ea38e407-5304-45de-9197-7c310be7a644"/>
          <p:cNvSpPr>
            <a:spLocks noChangeAspect="1" noChangeArrowheads="1"/>
          </p:cNvSpPr>
          <p:nvPr/>
        </p:nvSpPr>
        <p:spPr bwMode="auto">
          <a:xfrm>
            <a:off x="9578876" y="154974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 dirty="0"/>
              <a:t>`</a:t>
            </a:r>
            <a:endParaRPr lang="ko-KR" altLang="en-US" dirty="0"/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693773" y="2142679"/>
            <a:ext cx="2315748" cy="25859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75" y="1261765"/>
            <a:ext cx="914400" cy="82153"/>
          </a:xfrm>
          <a:prstGeom prst="rect">
            <a:avLst/>
          </a:prstGeom>
        </p:spPr>
      </p:pic>
      <p:pic>
        <p:nvPicPr>
          <p:cNvPr id="4" name="SK-9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75" y="1659582"/>
            <a:ext cx="5766792" cy="4491930"/>
          </a:xfrm>
          <a:prstGeom prst="rect">
            <a:avLst/>
          </a:prstGeom>
        </p:spPr>
      </p:pic>
      <p:pic>
        <p:nvPicPr>
          <p:cNvPr id="5" name="SK-9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94" y="2407146"/>
            <a:ext cx="1584871" cy="425053"/>
          </a:xfrm>
          <a:prstGeom prst="rect">
            <a:avLst/>
          </a:prstGeom>
        </p:spPr>
      </p:pic>
      <p:pic>
        <p:nvPicPr>
          <p:cNvPr id="6" name="SK-9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490" y="3019574"/>
            <a:ext cx="5071765" cy="9525"/>
          </a:xfrm>
          <a:prstGeom prst="rect">
            <a:avLst/>
          </a:prstGeom>
        </p:spPr>
      </p:pic>
      <p:pic>
        <p:nvPicPr>
          <p:cNvPr id="7" name="SK-9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694" y="3188940"/>
            <a:ext cx="1584871" cy="425053"/>
          </a:xfrm>
          <a:prstGeom prst="rect">
            <a:avLst/>
          </a:prstGeom>
        </p:spPr>
      </p:pic>
      <p:pic>
        <p:nvPicPr>
          <p:cNvPr id="8" name="SK-9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490" y="3794522"/>
            <a:ext cx="5071765" cy="9525"/>
          </a:xfrm>
          <a:prstGeom prst="rect">
            <a:avLst/>
          </a:prstGeom>
        </p:spPr>
      </p:pic>
      <p:pic>
        <p:nvPicPr>
          <p:cNvPr id="9" name="SK-9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694" y="3977580"/>
            <a:ext cx="1109365" cy="425053"/>
          </a:xfrm>
          <a:prstGeom prst="rect">
            <a:avLst/>
          </a:prstGeom>
        </p:spPr>
      </p:pic>
      <p:pic>
        <p:nvPicPr>
          <p:cNvPr id="10" name="SK-9-img-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490" y="4576316"/>
            <a:ext cx="5071765" cy="9525"/>
          </a:xfrm>
          <a:prstGeom prst="rect">
            <a:avLst/>
          </a:prstGeom>
        </p:spPr>
      </p:pic>
      <p:pic>
        <p:nvPicPr>
          <p:cNvPr id="11" name="SK-9-img-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694" y="4759375"/>
            <a:ext cx="1109365" cy="425053"/>
          </a:xfrm>
          <a:prstGeom prst="rect">
            <a:avLst/>
          </a:prstGeom>
        </p:spPr>
      </p:pic>
      <p:pic>
        <p:nvPicPr>
          <p:cNvPr id="12" name="SK-9-img-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490" y="5529560"/>
            <a:ext cx="5071765" cy="9525"/>
          </a:xfrm>
          <a:prstGeom prst="rect">
            <a:avLst/>
          </a:prstGeom>
        </p:spPr>
      </p:pic>
      <p:pic>
        <p:nvPicPr>
          <p:cNvPr id="13" name="SK-9-img-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443811"/>
            <a:ext cx="12192000" cy="19050"/>
          </a:xfrm>
          <a:prstGeom prst="rect">
            <a:avLst/>
          </a:prstGeom>
        </p:spPr>
      </p:pic>
      <p:pic>
        <p:nvPicPr>
          <p:cNvPr id="14" name="SK-9-img-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24071" y="205680"/>
            <a:ext cx="1462980" cy="754261"/>
          </a:xfrm>
          <a:prstGeom prst="rect">
            <a:avLst/>
          </a:prstGeom>
        </p:spPr>
      </p:pic>
      <p:pic>
        <p:nvPicPr>
          <p:cNvPr id="15" name="SK-9-img-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29773" y="1289298"/>
            <a:ext cx="4657279" cy="4491930"/>
          </a:xfrm>
          <a:prstGeom prst="rect">
            <a:avLst/>
          </a:prstGeom>
        </p:spPr>
      </p:pic>
      <p:sp>
        <p:nvSpPr>
          <p:cNvPr id="16" name="SK-9-text-15"/>
          <p:cNvSpPr/>
          <p:nvPr/>
        </p:nvSpPr>
        <p:spPr>
          <a:xfrm>
            <a:off x="365671" y="322213"/>
            <a:ext cx="4133850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2B8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차별화 포인트 04 / 05</a:t>
            </a:r>
            <a:endParaRPr lang="en-US" sz="1500" dirty="0"/>
          </a:p>
        </p:txBody>
      </p:sp>
      <p:sp>
        <p:nvSpPr>
          <p:cNvPr id="17" name="SK-9-text-16"/>
          <p:cNvSpPr/>
          <p:nvPr/>
        </p:nvSpPr>
        <p:spPr>
          <a:xfrm>
            <a:off x="365671" y="644575"/>
            <a:ext cx="8068628" cy="4731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2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규칙 기반 신뢰도 향상</a:t>
            </a:r>
            <a:endParaRPr lang="en-US" sz="3225" dirty="0"/>
          </a:p>
        </p:txBody>
      </p:sp>
      <p:sp>
        <p:nvSpPr>
          <p:cNvPr id="18" name="SK-9-text-17"/>
          <p:cNvSpPr/>
          <p:nvPr/>
        </p:nvSpPr>
        <p:spPr>
          <a:xfrm>
            <a:off x="719286" y="1892796"/>
            <a:ext cx="2500312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2B8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후처리 규칙</a:t>
            </a:r>
            <a:endParaRPr lang="en-US" sz="1575" dirty="0"/>
          </a:p>
        </p:txBody>
      </p:sp>
      <p:sp>
        <p:nvSpPr>
          <p:cNvPr id="19" name="SK-9-text-18"/>
          <p:cNvSpPr/>
          <p:nvPr/>
        </p:nvSpPr>
        <p:spPr>
          <a:xfrm>
            <a:off x="841177" y="2482453"/>
            <a:ext cx="3460432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+0.10 × 발견 수</a:t>
            </a:r>
            <a:endParaRPr lang="en-US" sz="1575" dirty="0">
              <a:solidFill>
                <a:schemeClr val="bg1"/>
              </a:solidFill>
            </a:endParaRPr>
          </a:p>
        </p:txBody>
      </p:sp>
      <p:sp>
        <p:nvSpPr>
          <p:cNvPr id="20" name="SK-9-text-19"/>
          <p:cNvSpPr/>
          <p:nvPr/>
        </p:nvSpPr>
        <p:spPr>
          <a:xfrm>
            <a:off x="2487067" y="2379613"/>
            <a:ext cx="6820853" cy="2811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PEDOT:PSS / Ag / AgCl 키워드 검출</a:t>
            </a:r>
            <a:endParaRPr lang="en-US" sz="1575" dirty="0"/>
          </a:p>
        </p:txBody>
      </p:sp>
      <p:sp>
        <p:nvSpPr>
          <p:cNvPr id="21" name="SK-9-text-20"/>
          <p:cNvSpPr/>
          <p:nvPr/>
        </p:nvSpPr>
        <p:spPr>
          <a:xfrm>
            <a:off x="2487067" y="2736205"/>
            <a:ext cx="1829753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재료 키워드 매칭</a:t>
            </a:r>
            <a:endParaRPr lang="en-US" sz="1275" dirty="0"/>
          </a:p>
        </p:txBody>
      </p:sp>
      <p:sp>
        <p:nvSpPr>
          <p:cNvPr id="22" name="SK-9-text-21"/>
          <p:cNvSpPr/>
          <p:nvPr/>
        </p:nvSpPr>
        <p:spPr>
          <a:xfrm>
            <a:off x="841177" y="3278088"/>
            <a:ext cx="3460432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+0.05 × 발견 수</a:t>
            </a:r>
            <a:endParaRPr lang="en-US" sz="1575" dirty="0">
              <a:solidFill>
                <a:schemeClr val="bg1"/>
              </a:solidFill>
            </a:endParaRPr>
          </a:p>
        </p:txBody>
      </p:sp>
      <p:sp>
        <p:nvSpPr>
          <p:cNvPr id="23" name="SK-9-text-22"/>
          <p:cNvSpPr/>
          <p:nvPr/>
        </p:nvSpPr>
        <p:spPr>
          <a:xfrm>
            <a:off x="2487067" y="3161407"/>
            <a:ext cx="4180522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V_DS / V_GS 수치 발견</a:t>
            </a:r>
            <a:endParaRPr lang="en-US" sz="1575" dirty="0"/>
          </a:p>
        </p:txBody>
      </p:sp>
      <p:sp>
        <p:nvSpPr>
          <p:cNvPr id="24" name="SK-9-text-23"/>
          <p:cNvSpPr/>
          <p:nvPr/>
        </p:nvSpPr>
        <p:spPr>
          <a:xfrm>
            <a:off x="2499271" y="3524994"/>
            <a:ext cx="2024063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전압 파라미터 검출</a:t>
            </a:r>
            <a:endParaRPr lang="en-US" sz="1275" dirty="0"/>
          </a:p>
        </p:txBody>
      </p:sp>
      <p:sp>
        <p:nvSpPr>
          <p:cNvPr id="25" name="SK-9-text-24"/>
          <p:cNvSpPr/>
          <p:nvPr/>
        </p:nvSpPr>
        <p:spPr>
          <a:xfrm>
            <a:off x="1011882" y="4100959"/>
            <a:ext cx="1780223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+0.10</a:t>
            </a:r>
            <a:endParaRPr lang="en-US" sz="1575" dirty="0">
              <a:solidFill>
                <a:schemeClr val="bg1"/>
              </a:solidFill>
            </a:endParaRPr>
          </a:p>
        </p:txBody>
      </p:sp>
      <p:sp>
        <p:nvSpPr>
          <p:cNvPr id="26" name="SK-9-text-25"/>
          <p:cNvSpPr/>
          <p:nvPr/>
        </p:nvSpPr>
        <p:spPr>
          <a:xfrm>
            <a:off x="2487067" y="3936355"/>
            <a:ext cx="2740342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토폴로지 키워드 매칭</a:t>
            </a:r>
            <a:endParaRPr lang="en-US" sz="1575" dirty="0"/>
          </a:p>
        </p:txBody>
      </p:sp>
      <p:sp>
        <p:nvSpPr>
          <p:cNvPr id="27" name="SK-9-text-26"/>
          <p:cNvSpPr/>
          <p:nvPr/>
        </p:nvSpPr>
        <p:spPr>
          <a:xfrm>
            <a:off x="2487067" y="4306788"/>
            <a:ext cx="4744402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common_source 등 회로 구조 식별</a:t>
            </a:r>
            <a:endParaRPr lang="en-US" sz="1275" dirty="0"/>
          </a:p>
        </p:txBody>
      </p:sp>
      <p:sp>
        <p:nvSpPr>
          <p:cNvPr id="28" name="SK-9-text-27"/>
          <p:cNvSpPr/>
          <p:nvPr/>
        </p:nvSpPr>
        <p:spPr>
          <a:xfrm>
            <a:off x="1084957" y="4862215"/>
            <a:ext cx="580072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chemeClr val="bg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주입</a:t>
            </a:r>
            <a:endParaRPr lang="en-US" sz="1575" dirty="0">
              <a:solidFill>
                <a:schemeClr val="bg1"/>
              </a:solidFill>
            </a:endParaRPr>
          </a:p>
        </p:txBody>
      </p:sp>
      <p:sp>
        <p:nvSpPr>
          <p:cNvPr id="29" name="SK-9-text-28"/>
          <p:cNvSpPr/>
          <p:nvPr/>
        </p:nvSpPr>
        <p:spPr>
          <a:xfrm>
            <a:off x="2487067" y="4759375"/>
            <a:ext cx="7220903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6필드 summary + figure 캡션 폴백 입력</a:t>
            </a:r>
            <a:endParaRPr lang="en-US" sz="1575" dirty="0"/>
          </a:p>
        </p:txBody>
      </p:sp>
      <p:sp>
        <p:nvSpPr>
          <p:cNvPr id="30" name="SK-9-text-29"/>
          <p:cNvSpPr/>
          <p:nvPr/>
        </p:nvSpPr>
        <p:spPr>
          <a:xfrm>
            <a:off x="2487067" y="5122813"/>
            <a:ext cx="2412683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컨텍스트로 보강</a:t>
            </a:r>
            <a:endParaRPr lang="en-US" sz="1275" dirty="0"/>
          </a:p>
        </p:txBody>
      </p:sp>
      <p:sp>
        <p:nvSpPr>
          <p:cNvPr id="31" name="SK-9-text-30"/>
          <p:cNvSpPr/>
          <p:nvPr/>
        </p:nvSpPr>
        <p:spPr>
          <a:xfrm>
            <a:off x="987475" y="5678388"/>
            <a:ext cx="8021003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FD4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회로 없는 논문도 최종 신뢰도 100% 도달 가능</a:t>
            </a:r>
            <a:endParaRPr lang="en-US" sz="1575" dirty="0"/>
          </a:p>
        </p:txBody>
      </p:sp>
      <p:sp>
        <p:nvSpPr>
          <p:cNvPr id="32" name="SK-9-text-31"/>
          <p:cNvSpPr/>
          <p:nvPr/>
        </p:nvSpPr>
        <p:spPr>
          <a:xfrm>
            <a:off x="7717482" y="822871"/>
            <a:ext cx="4474518" cy="3634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최종: 100% ✅</a:t>
            </a:r>
            <a:endParaRPr lang="en-US" sz="2625" dirty="0"/>
          </a:p>
        </p:txBody>
      </p:sp>
      <p:sp>
        <p:nvSpPr>
          <p:cNvPr id="33" name="SK-9-text-32"/>
          <p:cNvSpPr/>
          <p:nvPr/>
        </p:nvSpPr>
        <p:spPr>
          <a:xfrm>
            <a:off x="7144494" y="5945832"/>
            <a:ext cx="5047506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AAAAA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LLM을 분류기로만 사용 → 도메인 룰이 신뢰도 보완</a:t>
            </a:r>
            <a:endParaRPr lang="en-US" sz="1425" dirty="0"/>
          </a:p>
        </p:txBody>
      </p:sp>
      <p:sp>
        <p:nvSpPr>
          <p:cNvPr id="34" name="SK-9-text-33"/>
          <p:cNvSpPr/>
          <p:nvPr/>
        </p:nvSpPr>
        <p:spPr>
          <a:xfrm>
            <a:off x="11265396" y="6597253"/>
            <a:ext cx="926604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 / 15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774382"/>
            <a:ext cx="12192000" cy="1083469"/>
          </a:xfrm>
          <a:prstGeom prst="rect">
            <a:avLst/>
          </a:prstGeom>
        </p:spPr>
      </p:pic>
      <p:pic>
        <p:nvPicPr>
          <p:cNvPr id="4" name="SK-11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392" y="1275457"/>
            <a:ext cx="938659" cy="95994"/>
          </a:xfrm>
          <a:prstGeom prst="rect">
            <a:avLst/>
          </a:prstGeom>
        </p:spPr>
      </p:pic>
      <p:pic>
        <p:nvPicPr>
          <p:cNvPr id="5" name="SK-11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92" y="6546652"/>
            <a:ext cx="11582400" cy="19050"/>
          </a:xfrm>
          <a:prstGeom prst="rect">
            <a:avLst/>
          </a:prstGeom>
        </p:spPr>
      </p:pic>
      <p:pic>
        <p:nvPicPr>
          <p:cNvPr id="6" name="SK-11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38384" y="6528792"/>
            <a:ext cx="97482" cy="54769"/>
          </a:xfrm>
          <a:prstGeom prst="rect">
            <a:avLst/>
          </a:prstGeom>
        </p:spPr>
      </p:pic>
      <p:pic>
        <p:nvPicPr>
          <p:cNvPr id="7" name="SK-11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4800" y="137071"/>
            <a:ext cx="4023271" cy="891480"/>
          </a:xfrm>
          <a:prstGeom prst="rect">
            <a:avLst/>
          </a:prstGeom>
        </p:spPr>
      </p:pic>
      <p:pic>
        <p:nvPicPr>
          <p:cNvPr id="8" name="SK-11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188" y="1405830"/>
            <a:ext cx="11545788" cy="4238179"/>
          </a:xfrm>
          <a:prstGeom prst="rect">
            <a:avLst/>
          </a:prstGeom>
        </p:spPr>
      </p:pic>
      <p:sp>
        <p:nvSpPr>
          <p:cNvPr id="9" name="SK-11-text-8"/>
          <p:cNvSpPr/>
          <p:nvPr/>
        </p:nvSpPr>
        <p:spPr>
          <a:xfrm>
            <a:off x="268188" y="260598"/>
            <a:ext cx="6600825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A9D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 ARCHITECTURE · 11 / 15</a:t>
            </a:r>
            <a:endParaRPr lang="en-US" sz="1350" dirty="0"/>
          </a:p>
        </p:txBody>
      </p:sp>
      <p:sp>
        <p:nvSpPr>
          <p:cNvPr id="10" name="SK-11-text-9"/>
          <p:cNvSpPr/>
          <p:nvPr/>
        </p:nvSpPr>
        <p:spPr>
          <a:xfrm>
            <a:off x="255984" y="589657"/>
            <a:ext cx="7763827" cy="46627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9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 및 데이터 흐름</a:t>
            </a:r>
            <a:endParaRPr lang="en-US" sz="2925" dirty="0"/>
          </a:p>
        </p:txBody>
      </p:sp>
      <p:sp>
        <p:nvSpPr>
          <p:cNvPr id="11" name="SK-11-text-10"/>
          <p:cNvSpPr/>
          <p:nvPr/>
        </p:nvSpPr>
        <p:spPr>
          <a:xfrm>
            <a:off x="2832050" y="5945832"/>
            <a:ext cx="6369248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425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캐시 적중 시 Gemini 호출 없이 ~50ms 응답 · 논문 1편 분석 = Gemini 5~6회 호출</a:t>
            </a:r>
            <a:endParaRPr lang="en-US" sz="14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263" y="0"/>
            <a:ext cx="2706588" cy="1344067"/>
          </a:xfrm>
          <a:prstGeom prst="rect">
            <a:avLst/>
          </a:prstGeom>
        </p:spPr>
      </p:pic>
      <p:pic>
        <p:nvPicPr>
          <p:cNvPr id="4" name="SK-12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75" y="1389459"/>
            <a:ext cx="4888855" cy="19050"/>
          </a:xfrm>
          <a:prstGeom prst="rect">
            <a:avLst/>
          </a:prstGeom>
        </p:spPr>
      </p:pic>
      <p:pic>
        <p:nvPicPr>
          <p:cNvPr id="5" name="SK-12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875" y="2105323"/>
            <a:ext cx="2279898" cy="1357759"/>
          </a:xfrm>
          <a:prstGeom prst="rect">
            <a:avLst/>
          </a:prstGeom>
        </p:spPr>
      </p:pic>
      <p:pic>
        <p:nvPicPr>
          <p:cNvPr id="6" name="SK-12-img-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6275" y="2105323"/>
            <a:ext cx="2279898" cy="1357759"/>
          </a:xfrm>
          <a:prstGeom prst="rect">
            <a:avLst/>
          </a:prstGeom>
        </p:spPr>
      </p:pic>
      <p:pic>
        <p:nvPicPr>
          <p:cNvPr id="7" name="SK-12-img-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267" y="2105323"/>
            <a:ext cx="2291953" cy="1357759"/>
          </a:xfrm>
          <a:prstGeom prst="rect">
            <a:avLst/>
          </a:prstGeom>
        </p:spPr>
      </p:pic>
      <p:pic>
        <p:nvPicPr>
          <p:cNvPr id="8" name="SK-12-img-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875" y="3572917"/>
            <a:ext cx="2279898" cy="1364605"/>
          </a:xfrm>
          <a:prstGeom prst="rect">
            <a:avLst/>
          </a:prstGeom>
        </p:spPr>
      </p:pic>
      <p:pic>
        <p:nvPicPr>
          <p:cNvPr id="9" name="SK-12-img-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6275" y="3572917"/>
            <a:ext cx="2279898" cy="1364605"/>
          </a:xfrm>
          <a:prstGeom prst="rect">
            <a:avLst/>
          </a:prstGeom>
        </p:spPr>
      </p:pic>
      <p:pic>
        <p:nvPicPr>
          <p:cNvPr id="11" name="SK-12-img-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875" y="5054203"/>
            <a:ext cx="7144494" cy="1282303"/>
          </a:xfrm>
          <a:prstGeom prst="rect">
            <a:avLst/>
          </a:prstGeom>
        </p:spPr>
      </p:pic>
      <p:pic>
        <p:nvPicPr>
          <p:cNvPr id="12" name="SK-12-img-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9018" y="1700659"/>
            <a:ext cx="9525" cy="4635996"/>
          </a:xfrm>
          <a:prstGeom prst="rect">
            <a:avLst/>
          </a:prstGeom>
        </p:spPr>
      </p:pic>
      <p:pic>
        <p:nvPicPr>
          <p:cNvPr id="13" name="SK-12-img-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80784" y="3088184"/>
            <a:ext cx="3633192" cy="9525"/>
          </a:xfrm>
          <a:prstGeom prst="rect">
            <a:avLst/>
          </a:prstGeom>
        </p:spPr>
      </p:pic>
      <p:pic>
        <p:nvPicPr>
          <p:cNvPr id="14" name="SK-12-img-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80784" y="4226570"/>
            <a:ext cx="3633192" cy="9525"/>
          </a:xfrm>
          <a:prstGeom prst="rect">
            <a:avLst/>
          </a:prstGeom>
        </p:spPr>
      </p:pic>
      <p:pic>
        <p:nvPicPr>
          <p:cNvPr id="15" name="SK-12-img-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80784" y="5260032"/>
            <a:ext cx="3633192" cy="1014859"/>
          </a:xfrm>
          <a:prstGeom prst="rect">
            <a:avLst/>
          </a:prstGeom>
        </p:spPr>
      </p:pic>
      <p:pic>
        <p:nvPicPr>
          <p:cNvPr id="16" name="SK-12-img-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660505"/>
            <a:ext cx="12192000" cy="38100"/>
          </a:xfrm>
          <a:prstGeom prst="rect">
            <a:avLst/>
          </a:prstGeom>
        </p:spPr>
      </p:pic>
      <p:pic>
        <p:nvPicPr>
          <p:cNvPr id="17" name="SK-12-img-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6769" y="5479405"/>
            <a:ext cx="524173" cy="582811"/>
          </a:xfrm>
          <a:prstGeom prst="rect">
            <a:avLst/>
          </a:prstGeom>
        </p:spPr>
      </p:pic>
      <p:pic>
        <p:nvPicPr>
          <p:cNvPr id="18" name="SK-12-img-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44173" y="3374082"/>
            <a:ext cx="1133773" cy="479971"/>
          </a:xfrm>
          <a:prstGeom prst="rect">
            <a:avLst/>
          </a:prstGeom>
        </p:spPr>
      </p:pic>
      <p:pic>
        <p:nvPicPr>
          <p:cNvPr id="19" name="SK-12-img-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31969" y="2256234"/>
            <a:ext cx="694879" cy="473125"/>
          </a:xfrm>
          <a:prstGeom prst="rect">
            <a:avLst/>
          </a:prstGeom>
        </p:spPr>
      </p:pic>
      <p:pic>
        <p:nvPicPr>
          <p:cNvPr id="20" name="SK-12-img-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2988" y="5266879"/>
            <a:ext cx="268188" cy="239911"/>
          </a:xfrm>
          <a:prstGeom prst="rect">
            <a:avLst/>
          </a:prstGeom>
        </p:spPr>
      </p:pic>
      <p:pic>
        <p:nvPicPr>
          <p:cNvPr id="21" name="SK-12-img-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37584" y="3799284"/>
            <a:ext cx="243780" cy="246757"/>
          </a:xfrm>
          <a:prstGeom prst="rect">
            <a:avLst/>
          </a:prstGeom>
        </p:spPr>
      </p:pic>
      <p:pic>
        <p:nvPicPr>
          <p:cNvPr id="22" name="SK-12-img-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99184" y="3799284"/>
            <a:ext cx="268188" cy="253603"/>
          </a:xfrm>
          <a:prstGeom prst="rect">
            <a:avLst/>
          </a:prstGeom>
        </p:spPr>
      </p:pic>
      <p:pic>
        <p:nvPicPr>
          <p:cNvPr id="23" name="SK-12-img-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2988" y="3799284"/>
            <a:ext cx="268188" cy="246757"/>
          </a:xfrm>
          <a:prstGeom prst="rect">
            <a:avLst/>
          </a:prstGeom>
        </p:spPr>
      </p:pic>
      <p:pic>
        <p:nvPicPr>
          <p:cNvPr id="24" name="SK-12-img-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37584" y="2331690"/>
            <a:ext cx="243780" cy="239911"/>
          </a:xfrm>
          <a:prstGeom prst="rect">
            <a:avLst/>
          </a:prstGeom>
        </p:spPr>
      </p:pic>
      <p:pic>
        <p:nvPicPr>
          <p:cNvPr id="25" name="SK-12-img-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11388" y="2331690"/>
            <a:ext cx="255984" cy="239911"/>
          </a:xfrm>
          <a:prstGeom prst="rect">
            <a:avLst/>
          </a:prstGeom>
        </p:spPr>
      </p:pic>
      <p:pic>
        <p:nvPicPr>
          <p:cNvPr id="26" name="SK-12-img-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2988" y="2324844"/>
            <a:ext cx="268188" cy="246757"/>
          </a:xfrm>
          <a:prstGeom prst="rect">
            <a:avLst/>
          </a:prstGeom>
        </p:spPr>
      </p:pic>
      <p:sp>
        <p:nvSpPr>
          <p:cNvPr id="27" name="SK-12-text-26"/>
          <p:cNvSpPr/>
          <p:nvPr/>
        </p:nvSpPr>
        <p:spPr>
          <a:xfrm>
            <a:off x="341263" y="363438"/>
            <a:ext cx="5276850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4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 · 12 / 15</a:t>
            </a:r>
            <a:endParaRPr lang="en-US" sz="1500" dirty="0"/>
          </a:p>
        </p:txBody>
      </p:sp>
      <p:sp>
        <p:nvSpPr>
          <p:cNvPr id="28" name="SK-12-text-27"/>
          <p:cNvSpPr/>
          <p:nvPr/>
        </p:nvSpPr>
        <p:spPr>
          <a:xfrm>
            <a:off x="341263" y="733723"/>
            <a:ext cx="8443913" cy="5005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3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기술 스택 및 구현 비용</a:t>
            </a:r>
            <a:endParaRPr lang="en-US" sz="3375" dirty="0"/>
          </a:p>
        </p:txBody>
      </p:sp>
      <p:sp>
        <p:nvSpPr>
          <p:cNvPr id="29" name="SK-12-text-28"/>
          <p:cNvSpPr/>
          <p:nvPr/>
        </p:nvSpPr>
        <p:spPr>
          <a:xfrm>
            <a:off x="341263" y="1577280"/>
            <a:ext cx="5519738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90E0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시스템을 구성하는 핵심 기술과 비용 효율 구조</a:t>
            </a:r>
            <a:endParaRPr lang="en-US" sz="1425" dirty="0"/>
          </a:p>
        </p:txBody>
      </p:sp>
      <p:sp>
        <p:nvSpPr>
          <p:cNvPr id="30" name="SK-12-text-29"/>
          <p:cNvSpPr/>
          <p:nvPr/>
        </p:nvSpPr>
        <p:spPr>
          <a:xfrm>
            <a:off x="889992" y="2359075"/>
            <a:ext cx="624840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794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</a:t>
            </a:r>
            <a:endParaRPr lang="en-US" sz="1200" dirty="0"/>
          </a:p>
        </p:txBody>
      </p:sp>
      <p:sp>
        <p:nvSpPr>
          <p:cNvPr id="31" name="SK-12-text-30"/>
          <p:cNvSpPr/>
          <p:nvPr/>
        </p:nvSpPr>
        <p:spPr>
          <a:xfrm>
            <a:off x="597396" y="2701975"/>
            <a:ext cx="3295650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Flask (Python)</a:t>
            </a:r>
            <a:endParaRPr lang="en-US" sz="1500" dirty="0"/>
          </a:p>
        </p:txBody>
      </p:sp>
      <p:sp>
        <p:nvSpPr>
          <p:cNvPr id="32" name="SK-12-text-31"/>
          <p:cNvSpPr/>
          <p:nvPr/>
        </p:nvSpPr>
        <p:spPr>
          <a:xfrm>
            <a:off x="597396" y="3038029"/>
            <a:ext cx="2819400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app.py 단일 파일 구성</a:t>
            </a:r>
            <a:endParaRPr lang="en-US" sz="1200" dirty="0"/>
          </a:p>
        </p:txBody>
      </p:sp>
      <p:sp>
        <p:nvSpPr>
          <p:cNvPr id="33" name="SK-12-text-32"/>
          <p:cNvSpPr/>
          <p:nvPr/>
        </p:nvSpPr>
        <p:spPr>
          <a:xfrm>
            <a:off x="3316188" y="2372767"/>
            <a:ext cx="153924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FD1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/ LLM</a:t>
            </a:r>
            <a:endParaRPr lang="en-US" sz="1200" dirty="0"/>
          </a:p>
        </p:txBody>
      </p:sp>
      <p:sp>
        <p:nvSpPr>
          <p:cNvPr id="34" name="SK-12-text-33"/>
          <p:cNvSpPr/>
          <p:nvPr/>
        </p:nvSpPr>
        <p:spPr>
          <a:xfrm>
            <a:off x="3011388" y="2708821"/>
            <a:ext cx="4057650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2.5 Flash</a:t>
            </a:r>
            <a:endParaRPr lang="en-US" sz="1500" dirty="0"/>
          </a:p>
        </p:txBody>
      </p:sp>
      <p:sp>
        <p:nvSpPr>
          <p:cNvPr id="35" name="SK-12-text-34"/>
          <p:cNvSpPr/>
          <p:nvPr/>
        </p:nvSpPr>
        <p:spPr>
          <a:xfrm>
            <a:off x="3011388" y="3038029"/>
            <a:ext cx="525780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티어 · fallback: 2.0-flash</a:t>
            </a:r>
            <a:endParaRPr lang="en-US" sz="1200" dirty="0"/>
          </a:p>
        </p:txBody>
      </p:sp>
      <p:sp>
        <p:nvSpPr>
          <p:cNvPr id="36" name="SK-12-text-35"/>
          <p:cNvSpPr/>
          <p:nvPr/>
        </p:nvSpPr>
        <p:spPr>
          <a:xfrm>
            <a:off x="5742384" y="2372767"/>
            <a:ext cx="99060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6AD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검색</a:t>
            </a:r>
            <a:endParaRPr lang="en-US" sz="1200" dirty="0"/>
          </a:p>
        </p:txBody>
      </p:sp>
      <p:sp>
        <p:nvSpPr>
          <p:cNvPr id="37" name="SK-12-text-36"/>
          <p:cNvSpPr/>
          <p:nvPr/>
        </p:nvSpPr>
        <p:spPr>
          <a:xfrm>
            <a:off x="5437584" y="2708821"/>
            <a:ext cx="2838450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OpenAlex API</a:t>
            </a:r>
            <a:endParaRPr lang="en-US" sz="1500" dirty="0"/>
          </a:p>
        </p:txBody>
      </p:sp>
      <p:sp>
        <p:nvSpPr>
          <p:cNvPr id="38" name="SK-12-text-37"/>
          <p:cNvSpPr/>
          <p:nvPr/>
        </p:nvSpPr>
        <p:spPr>
          <a:xfrm>
            <a:off x="5437584" y="3038029"/>
            <a:ext cx="263652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· API 키 불필요</a:t>
            </a:r>
            <a:endParaRPr lang="en-US" sz="1200" dirty="0"/>
          </a:p>
        </p:txBody>
      </p:sp>
      <p:sp>
        <p:nvSpPr>
          <p:cNvPr id="39" name="SK-12-text-38"/>
          <p:cNvSpPr/>
          <p:nvPr/>
        </p:nvSpPr>
        <p:spPr>
          <a:xfrm>
            <a:off x="889992" y="3854053"/>
            <a:ext cx="117348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8D39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처리</a:t>
            </a:r>
            <a:endParaRPr lang="en-US" sz="1200" dirty="0"/>
          </a:p>
        </p:txBody>
      </p:sp>
      <p:sp>
        <p:nvSpPr>
          <p:cNvPr id="40" name="SK-12-text-39"/>
          <p:cNvSpPr/>
          <p:nvPr/>
        </p:nvSpPr>
        <p:spPr>
          <a:xfrm>
            <a:off x="597396" y="4190107"/>
            <a:ext cx="3752850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PyMuPDF + Pillow</a:t>
            </a:r>
            <a:endParaRPr lang="en-US" sz="1500" dirty="0"/>
          </a:p>
        </p:txBody>
      </p:sp>
      <p:sp>
        <p:nvSpPr>
          <p:cNvPr id="41" name="SK-12-text-40"/>
          <p:cNvSpPr/>
          <p:nvPr/>
        </p:nvSpPr>
        <p:spPr>
          <a:xfrm>
            <a:off x="597396" y="4512469"/>
            <a:ext cx="336804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raster 추출 + 페이지 렌더</a:t>
            </a:r>
            <a:endParaRPr lang="en-US" sz="1200" dirty="0"/>
          </a:p>
        </p:txBody>
      </p:sp>
      <p:sp>
        <p:nvSpPr>
          <p:cNvPr id="42" name="SK-12-text-41"/>
          <p:cNvSpPr/>
          <p:nvPr/>
        </p:nvSpPr>
        <p:spPr>
          <a:xfrm>
            <a:off x="3316188" y="3847207"/>
            <a:ext cx="990600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65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회로 생성</a:t>
            </a:r>
            <a:endParaRPr lang="en-US" sz="1200" dirty="0"/>
          </a:p>
        </p:txBody>
      </p:sp>
      <p:sp>
        <p:nvSpPr>
          <p:cNvPr id="43" name="SK-12-text-42"/>
          <p:cNvSpPr/>
          <p:nvPr/>
        </p:nvSpPr>
        <p:spPr>
          <a:xfrm>
            <a:off x="3011388" y="4210794"/>
            <a:ext cx="5124450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schemdraw + matplotlib</a:t>
            </a:r>
            <a:endParaRPr lang="en-US" sz="1500" dirty="0"/>
          </a:p>
        </p:txBody>
      </p:sp>
      <p:sp>
        <p:nvSpPr>
          <p:cNvPr id="44" name="SK-12-text-43"/>
          <p:cNvSpPr/>
          <p:nvPr/>
        </p:nvSpPr>
        <p:spPr>
          <a:xfrm>
            <a:off x="3011388" y="4512469"/>
            <a:ext cx="245364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자체 OECT 심볼 구현</a:t>
            </a:r>
            <a:endParaRPr lang="en-US" sz="1200" dirty="0"/>
          </a:p>
        </p:txBody>
      </p:sp>
      <p:sp>
        <p:nvSpPr>
          <p:cNvPr id="45" name="SK-12-text-44"/>
          <p:cNvSpPr/>
          <p:nvPr/>
        </p:nvSpPr>
        <p:spPr>
          <a:xfrm>
            <a:off x="5742384" y="3847207"/>
            <a:ext cx="99060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299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모션 인식</a:t>
            </a:r>
            <a:endParaRPr lang="en-US" sz="1200" dirty="0"/>
          </a:p>
        </p:txBody>
      </p:sp>
      <p:sp>
        <p:nvSpPr>
          <p:cNvPr id="46" name="SK-12-text-45"/>
          <p:cNvSpPr/>
          <p:nvPr/>
        </p:nvSpPr>
        <p:spPr>
          <a:xfrm>
            <a:off x="5437584" y="4190107"/>
            <a:ext cx="4210050" cy="21937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MediaPipe Holistic</a:t>
            </a:r>
            <a:endParaRPr lang="en-US" sz="1500" dirty="0"/>
          </a:p>
        </p:txBody>
      </p:sp>
      <p:sp>
        <p:nvSpPr>
          <p:cNvPr id="47" name="SK-12-text-46"/>
          <p:cNvSpPr/>
          <p:nvPr/>
        </p:nvSpPr>
        <p:spPr>
          <a:xfrm>
            <a:off x="5437584" y="4512469"/>
            <a:ext cx="355092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CDN 한 플로 손·얼굴·포즈 통합</a:t>
            </a:r>
            <a:endParaRPr lang="en-US" sz="1200" dirty="0"/>
          </a:p>
        </p:txBody>
      </p:sp>
      <p:sp>
        <p:nvSpPr>
          <p:cNvPr id="48" name="SK-12-text-47"/>
          <p:cNvSpPr/>
          <p:nvPr/>
        </p:nvSpPr>
        <p:spPr>
          <a:xfrm>
            <a:off x="889992" y="5307955"/>
            <a:ext cx="99060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E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</a:t>
            </a:r>
            <a:endParaRPr lang="en-US" sz="1200" dirty="0"/>
          </a:p>
        </p:txBody>
      </p:sp>
      <p:sp>
        <p:nvSpPr>
          <p:cNvPr id="49" name="SK-12-text-48"/>
          <p:cNvSpPr/>
          <p:nvPr/>
        </p:nvSpPr>
        <p:spPr>
          <a:xfrm>
            <a:off x="597396" y="5616625"/>
            <a:ext cx="5353050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Vanilla HTML / CSS / JS</a:t>
            </a:r>
            <a:endParaRPr lang="en-US" sz="1500" dirty="0"/>
          </a:p>
        </p:txBody>
      </p:sp>
      <p:sp>
        <p:nvSpPr>
          <p:cNvPr id="50" name="SK-12-text-49"/>
          <p:cNvSpPr/>
          <p:nvPr/>
        </p:nvSpPr>
        <p:spPr>
          <a:xfrm>
            <a:off x="597396" y="5938986"/>
            <a:ext cx="5562600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다크 테마 · 16:9 레이아웃 · 프레임워크 없음</a:t>
            </a:r>
            <a:endParaRPr lang="en-US" sz="1200" dirty="0"/>
          </a:p>
        </p:txBody>
      </p:sp>
      <p:sp>
        <p:nvSpPr>
          <p:cNvPr id="51" name="SK-12-text-50"/>
          <p:cNvSpPr/>
          <p:nvPr/>
        </p:nvSpPr>
        <p:spPr>
          <a:xfrm>
            <a:off x="8144173" y="1686967"/>
            <a:ext cx="1238250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비용</a:t>
            </a:r>
            <a:endParaRPr lang="en-US" sz="1500" dirty="0"/>
          </a:p>
        </p:txBody>
      </p:sp>
      <p:sp>
        <p:nvSpPr>
          <p:cNvPr id="52" name="SK-12-text-51"/>
          <p:cNvSpPr/>
          <p:nvPr/>
        </p:nvSpPr>
        <p:spPr>
          <a:xfrm>
            <a:off x="9375577" y="2283619"/>
            <a:ext cx="1924050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운영 비용</a:t>
            </a:r>
            <a:endParaRPr lang="en-US" sz="1500" dirty="0"/>
          </a:p>
        </p:txBody>
      </p:sp>
      <p:sp>
        <p:nvSpPr>
          <p:cNvPr id="53" name="SK-12-text-52"/>
          <p:cNvSpPr/>
          <p:nvPr/>
        </p:nvSpPr>
        <p:spPr>
          <a:xfrm>
            <a:off x="9387780" y="2647057"/>
            <a:ext cx="2804220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무료 티어 + OpenAlex 무료</a:t>
            </a:r>
            <a:endParaRPr lang="en-US" sz="1200" dirty="0"/>
          </a:p>
        </p:txBody>
      </p:sp>
      <p:sp>
        <p:nvSpPr>
          <p:cNvPr id="54" name="SK-12-text-53"/>
          <p:cNvSpPr/>
          <p:nvPr/>
        </p:nvSpPr>
        <p:spPr>
          <a:xfrm>
            <a:off x="9497467" y="3415159"/>
            <a:ext cx="2694533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1편 분석 비용</a:t>
            </a:r>
            <a:endParaRPr lang="en-US" sz="1500" dirty="0"/>
          </a:p>
        </p:txBody>
      </p:sp>
      <p:sp>
        <p:nvSpPr>
          <p:cNvPr id="55" name="SK-12-text-54"/>
          <p:cNvSpPr/>
          <p:nvPr/>
        </p:nvSpPr>
        <p:spPr>
          <a:xfrm>
            <a:off x="9509671" y="3758059"/>
            <a:ext cx="2453640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활성과 기준 추정치</a:t>
            </a:r>
            <a:endParaRPr lang="en-US" sz="1200" dirty="0"/>
          </a:p>
        </p:txBody>
      </p:sp>
      <p:sp>
        <p:nvSpPr>
          <p:cNvPr id="56" name="SK-12-text-55"/>
          <p:cNvSpPr/>
          <p:nvPr/>
        </p:nvSpPr>
        <p:spPr>
          <a:xfrm>
            <a:off x="8144173" y="4533007"/>
            <a:ext cx="3810000" cy="41820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8BB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250회 / 일</a:t>
            </a:r>
            <a:endParaRPr lang="en-US" sz="2400" dirty="0"/>
          </a:p>
        </p:txBody>
      </p:sp>
      <p:sp>
        <p:nvSpPr>
          <p:cNvPr id="57" name="SK-12-text-56"/>
          <p:cNvSpPr/>
          <p:nvPr/>
        </p:nvSpPr>
        <p:spPr>
          <a:xfrm>
            <a:off x="9668173" y="4512469"/>
            <a:ext cx="2523827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무료 한도</a:t>
            </a:r>
            <a:endParaRPr lang="en-US" sz="1500" dirty="0"/>
          </a:p>
        </p:txBody>
      </p:sp>
      <p:sp>
        <p:nvSpPr>
          <p:cNvPr id="58" name="SK-12-text-57"/>
          <p:cNvSpPr/>
          <p:nvPr/>
        </p:nvSpPr>
        <p:spPr>
          <a:xfrm>
            <a:off x="9668173" y="4814292"/>
            <a:ext cx="2523827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논문 약 50편 · 분당 10회</a:t>
            </a:r>
            <a:endParaRPr lang="en-US" sz="1200" dirty="0"/>
          </a:p>
        </p:txBody>
      </p:sp>
      <p:sp>
        <p:nvSpPr>
          <p:cNvPr id="59" name="SK-12-text-58"/>
          <p:cNvSpPr/>
          <p:nvPr/>
        </p:nvSpPr>
        <p:spPr>
          <a:xfrm>
            <a:off x="9144000" y="5513784"/>
            <a:ext cx="3048000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당일 캐싱 전략으로</a:t>
            </a:r>
            <a:endParaRPr lang="en-US" sz="1500" dirty="0"/>
          </a:p>
        </p:txBody>
      </p:sp>
      <p:sp>
        <p:nvSpPr>
          <p:cNvPr id="60" name="SK-12-text-59"/>
          <p:cNvSpPr/>
          <p:nvPr/>
        </p:nvSpPr>
        <p:spPr>
          <a:xfrm>
            <a:off x="9144000" y="5801767"/>
            <a:ext cx="3048000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호출 0회 달성 가능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2761" y="0"/>
            <a:ext cx="4389090" cy="1645890"/>
          </a:xfrm>
          <a:prstGeom prst="rect">
            <a:avLst/>
          </a:prstGeom>
        </p:spPr>
      </p:pic>
      <p:pic>
        <p:nvPicPr>
          <p:cNvPr id="4" name="SK-13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96" y="1295549"/>
            <a:ext cx="4559796" cy="28575"/>
          </a:xfrm>
          <a:prstGeom prst="rect">
            <a:avLst/>
          </a:prstGeom>
        </p:spPr>
      </p:pic>
      <p:pic>
        <p:nvPicPr>
          <p:cNvPr id="5" name="SK-13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753" y="4978896"/>
            <a:ext cx="4901059" cy="1097161"/>
          </a:xfrm>
          <a:prstGeom prst="rect">
            <a:avLst/>
          </a:prstGeom>
        </p:spPr>
      </p:pic>
      <p:pic>
        <p:nvPicPr>
          <p:cNvPr id="6" name="SK-13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890" y="4978896"/>
            <a:ext cx="4901059" cy="1097161"/>
          </a:xfrm>
          <a:prstGeom prst="rect">
            <a:avLst/>
          </a:prstGeom>
        </p:spPr>
      </p:pic>
      <p:pic>
        <p:nvPicPr>
          <p:cNvPr id="7" name="SK-13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382048"/>
            <a:ext cx="12192000" cy="19050"/>
          </a:xfrm>
          <a:prstGeom prst="rect">
            <a:avLst/>
          </a:prstGeom>
        </p:spPr>
      </p:pic>
      <p:pic>
        <p:nvPicPr>
          <p:cNvPr id="8" name="SK-13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0486" y="5129659"/>
            <a:ext cx="828973" cy="795486"/>
          </a:xfrm>
          <a:prstGeom prst="rect">
            <a:avLst/>
          </a:prstGeom>
        </p:spPr>
      </p:pic>
      <p:pic>
        <p:nvPicPr>
          <p:cNvPr id="9" name="SK-13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4165" y="5129659"/>
            <a:ext cx="719286" cy="795486"/>
          </a:xfrm>
          <a:prstGeom prst="rect">
            <a:avLst/>
          </a:prstGeom>
        </p:spPr>
      </p:pic>
      <p:pic>
        <p:nvPicPr>
          <p:cNvPr id="10" name="SK-13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671" y="1961257"/>
            <a:ext cx="11387286" cy="2653903"/>
          </a:xfrm>
          <a:prstGeom prst="rect">
            <a:avLst/>
          </a:prstGeom>
        </p:spPr>
      </p:pic>
      <p:sp>
        <p:nvSpPr>
          <p:cNvPr id="11" name="SK-13-text-10"/>
          <p:cNvSpPr/>
          <p:nvPr/>
        </p:nvSpPr>
        <p:spPr>
          <a:xfrm>
            <a:off x="390079" y="322213"/>
            <a:ext cx="4269105" cy="18514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LIVE DEMO · PAGE 13</a:t>
            </a:r>
            <a:endParaRPr lang="en-US" sz="1350" dirty="0"/>
          </a:p>
        </p:txBody>
      </p:sp>
      <p:sp>
        <p:nvSpPr>
          <p:cNvPr id="12" name="SK-13-text-11"/>
          <p:cNvSpPr/>
          <p:nvPr/>
        </p:nvSpPr>
        <p:spPr>
          <a:xfrm>
            <a:off x="402282" y="644575"/>
            <a:ext cx="6394133" cy="5143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6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라이브 데모 시나리오</a:t>
            </a:r>
            <a:endParaRPr lang="en-US" sz="3675" dirty="0"/>
          </a:p>
        </p:txBody>
      </p:sp>
      <p:sp>
        <p:nvSpPr>
          <p:cNvPr id="13" name="SK-13-text-12"/>
          <p:cNvSpPr/>
          <p:nvPr/>
        </p:nvSpPr>
        <p:spPr>
          <a:xfrm>
            <a:off x="377875" y="1467594"/>
            <a:ext cx="11814125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발표 현장에서 진행될 모션 인식 기반 검색과 AI 분석 결과 확인 과정을 단계별로 안내합니다.</a:t>
            </a:r>
            <a:endParaRPr lang="en-US" sz="1425" dirty="0"/>
          </a:p>
        </p:txBody>
      </p:sp>
      <p:sp>
        <p:nvSpPr>
          <p:cNvPr id="14" name="SK-13-text-13"/>
          <p:cNvSpPr/>
          <p:nvPr/>
        </p:nvSpPr>
        <p:spPr>
          <a:xfrm>
            <a:off x="6412855" y="4629150"/>
            <a:ext cx="1827848" cy="2125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E5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분석 시작</a:t>
            </a:r>
            <a:endParaRPr lang="en-US" sz="1425" dirty="0"/>
          </a:p>
        </p:txBody>
      </p:sp>
      <p:sp>
        <p:nvSpPr>
          <p:cNvPr id="15" name="SK-13-text-14"/>
          <p:cNvSpPr/>
          <p:nvPr/>
        </p:nvSpPr>
        <p:spPr>
          <a:xfrm>
            <a:off x="2365177" y="5191423"/>
            <a:ext cx="2906077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차단 대응</a:t>
            </a:r>
            <a:endParaRPr lang="en-US" sz="2025" dirty="0"/>
          </a:p>
        </p:txBody>
      </p:sp>
      <p:sp>
        <p:nvSpPr>
          <p:cNvPr id="16" name="SK-13-text-15"/>
          <p:cNvSpPr/>
          <p:nvPr/>
        </p:nvSpPr>
        <p:spPr>
          <a:xfrm>
            <a:off x="2365177" y="5623471"/>
            <a:ext cx="5519738" cy="2330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403 차단 시 → 업로드 버튼 자동 노출</a:t>
            </a:r>
            <a:endParaRPr lang="en-US" sz="1425" dirty="0"/>
          </a:p>
        </p:txBody>
      </p:sp>
      <p:sp>
        <p:nvSpPr>
          <p:cNvPr id="17" name="SK-13-text-16"/>
          <p:cNvSpPr/>
          <p:nvPr/>
        </p:nvSpPr>
        <p:spPr>
          <a:xfrm>
            <a:off x="7510165" y="5191423"/>
            <a:ext cx="3831907" cy="2948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캐시된 논문 우선 사용</a:t>
            </a:r>
            <a:endParaRPr lang="en-US" sz="2025" dirty="0"/>
          </a:p>
        </p:txBody>
      </p:sp>
      <p:sp>
        <p:nvSpPr>
          <p:cNvPr id="18" name="SK-13-text-17"/>
          <p:cNvSpPr/>
          <p:nvPr/>
        </p:nvSpPr>
        <p:spPr>
          <a:xfrm>
            <a:off x="7522369" y="5623471"/>
            <a:ext cx="4669631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CCCCC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전날 사전 분석 완료 → quota 사고 0%</a:t>
            </a:r>
            <a:endParaRPr lang="en-US" sz="1425" dirty="0"/>
          </a:p>
        </p:txBody>
      </p:sp>
      <p:sp>
        <p:nvSpPr>
          <p:cNvPr id="19" name="SK-13-text-18"/>
          <p:cNvSpPr/>
          <p:nvPr/>
        </p:nvSpPr>
        <p:spPr>
          <a:xfrm>
            <a:off x="11326267" y="6528792"/>
            <a:ext cx="865733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88888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15</a:t>
            </a:r>
            <a:endParaRPr lang="en-US" sz="14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279" y="0"/>
            <a:ext cx="4486573" cy="1659582"/>
          </a:xfrm>
          <a:prstGeom prst="rect">
            <a:avLst/>
          </a:prstGeom>
        </p:spPr>
      </p:pic>
      <p:pic>
        <p:nvPicPr>
          <p:cNvPr id="4" name="SK-14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059" y="1330375"/>
            <a:ext cx="1194792" cy="150763"/>
          </a:xfrm>
          <a:prstGeom prst="rect">
            <a:avLst/>
          </a:prstGeom>
        </p:spPr>
      </p:pic>
      <p:pic>
        <p:nvPicPr>
          <p:cNvPr id="5" name="SK-14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55" y="2308473"/>
            <a:ext cx="1450777" cy="19050"/>
          </a:xfrm>
          <a:prstGeom prst="rect">
            <a:avLst/>
          </a:prstGeom>
        </p:spPr>
      </p:pic>
      <p:pic>
        <p:nvPicPr>
          <p:cNvPr id="6" name="SK-14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0532" y="1954411"/>
            <a:ext cx="9525" cy="4286250"/>
          </a:xfrm>
          <a:prstGeom prst="rect">
            <a:avLst/>
          </a:prstGeom>
        </p:spPr>
      </p:pic>
      <p:pic>
        <p:nvPicPr>
          <p:cNvPr id="7" name="SK-14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1984" y="2308473"/>
            <a:ext cx="2109192" cy="19050"/>
          </a:xfrm>
          <a:prstGeom prst="rect">
            <a:avLst/>
          </a:prstGeom>
        </p:spPr>
      </p:pic>
      <p:pic>
        <p:nvPicPr>
          <p:cNvPr id="8" name="SK-14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443811"/>
            <a:ext cx="12192000" cy="19050"/>
          </a:xfrm>
          <a:prstGeom prst="rect">
            <a:avLst/>
          </a:prstGeom>
        </p:spPr>
      </p:pic>
      <p:pic>
        <p:nvPicPr>
          <p:cNvPr id="9" name="SK-14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89977" y="4944517"/>
            <a:ext cx="1609279" cy="1364605"/>
          </a:xfrm>
          <a:prstGeom prst="rect">
            <a:avLst/>
          </a:prstGeom>
        </p:spPr>
      </p:pic>
      <p:pic>
        <p:nvPicPr>
          <p:cNvPr id="10" name="SK-14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9780" y="5342334"/>
            <a:ext cx="524173" cy="521196"/>
          </a:xfrm>
          <a:prstGeom prst="rect">
            <a:avLst/>
          </a:prstGeom>
        </p:spPr>
      </p:pic>
      <p:pic>
        <p:nvPicPr>
          <p:cNvPr id="11" name="SK-14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9780" y="4471392"/>
            <a:ext cx="524173" cy="514350"/>
          </a:xfrm>
          <a:prstGeom prst="rect">
            <a:avLst/>
          </a:prstGeom>
        </p:spPr>
      </p:pic>
      <p:pic>
        <p:nvPicPr>
          <p:cNvPr id="12" name="SK-14-img-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39780" y="3367236"/>
            <a:ext cx="524173" cy="521196"/>
          </a:xfrm>
          <a:prstGeom prst="rect">
            <a:avLst/>
          </a:prstGeom>
        </p:spPr>
      </p:pic>
      <p:pic>
        <p:nvPicPr>
          <p:cNvPr id="13" name="SK-14-img-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39780" y="2496294"/>
            <a:ext cx="524173" cy="534888"/>
          </a:xfrm>
          <a:prstGeom prst="rect">
            <a:avLst/>
          </a:prstGeom>
        </p:spPr>
      </p:pic>
      <p:pic>
        <p:nvPicPr>
          <p:cNvPr id="14" name="SK-14-img-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5342334"/>
            <a:ext cx="524173" cy="521196"/>
          </a:xfrm>
          <a:prstGeom prst="rect">
            <a:avLst/>
          </a:prstGeom>
        </p:spPr>
      </p:pic>
      <p:pic>
        <p:nvPicPr>
          <p:cNvPr id="15" name="SK-14-img-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600" y="4471392"/>
            <a:ext cx="524173" cy="521196"/>
          </a:xfrm>
          <a:prstGeom prst="rect">
            <a:avLst/>
          </a:prstGeom>
        </p:spPr>
      </p:pic>
      <p:pic>
        <p:nvPicPr>
          <p:cNvPr id="16" name="SK-14-img-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3367236"/>
            <a:ext cx="524173" cy="528042"/>
          </a:xfrm>
          <a:prstGeom prst="rect">
            <a:avLst/>
          </a:prstGeom>
        </p:spPr>
      </p:pic>
      <p:pic>
        <p:nvPicPr>
          <p:cNvPr id="17" name="SK-14-img-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2496294"/>
            <a:ext cx="524173" cy="534888"/>
          </a:xfrm>
          <a:prstGeom prst="rect">
            <a:avLst/>
          </a:prstGeom>
        </p:spPr>
      </p:pic>
      <p:sp>
        <p:nvSpPr>
          <p:cNvPr id="18" name="SK-14-text-17"/>
          <p:cNvSpPr/>
          <p:nvPr/>
        </p:nvSpPr>
        <p:spPr>
          <a:xfrm>
            <a:off x="329059" y="274290"/>
            <a:ext cx="5469255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40C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14 · 한계 &amp; 발전 방향</a:t>
            </a:r>
            <a:endParaRPr lang="en-US" sz="1650" dirty="0"/>
          </a:p>
        </p:txBody>
      </p:sp>
      <p:sp>
        <p:nvSpPr>
          <p:cNvPr id="19" name="SK-14-text-18"/>
          <p:cNvSpPr/>
          <p:nvPr/>
        </p:nvSpPr>
        <p:spPr>
          <a:xfrm>
            <a:off x="329059" y="699492"/>
            <a:ext cx="9986963" cy="4936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3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한계 및 향후 발전 방향</a:t>
            </a:r>
            <a:endParaRPr lang="en-US" sz="3375" dirty="0"/>
          </a:p>
        </p:txBody>
      </p:sp>
      <p:sp>
        <p:nvSpPr>
          <p:cNvPr id="20" name="SK-14-text-19"/>
          <p:cNvSpPr/>
          <p:nvPr/>
        </p:nvSpPr>
        <p:spPr>
          <a:xfrm>
            <a:off x="621655" y="1885950"/>
            <a:ext cx="2771775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8A6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 현재 한계</a:t>
            </a:r>
            <a:endParaRPr lang="en-US" sz="2250" dirty="0"/>
          </a:p>
        </p:txBody>
      </p:sp>
      <p:sp>
        <p:nvSpPr>
          <p:cNvPr id="21" name="SK-14-text-20"/>
          <p:cNvSpPr/>
          <p:nvPr/>
        </p:nvSpPr>
        <p:spPr>
          <a:xfrm>
            <a:off x="1316682" y="2489448"/>
            <a:ext cx="3527108" cy="2742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전압 분배기 회로 단순화</a:t>
            </a:r>
            <a:endParaRPr lang="en-US" sz="1725" dirty="0"/>
          </a:p>
        </p:txBody>
      </p:sp>
      <p:sp>
        <p:nvSpPr>
          <p:cNvPr id="22" name="SK-14-text-21"/>
          <p:cNvSpPr/>
          <p:nvPr/>
        </p:nvSpPr>
        <p:spPr>
          <a:xfrm>
            <a:off x="1304479" y="2846040"/>
            <a:ext cx="8125777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voltage_divider 템플릿이 R_load 직렬 구성만 지원</a:t>
            </a:r>
            <a:endParaRPr lang="en-US" sz="1425" dirty="0"/>
          </a:p>
        </p:txBody>
      </p:sp>
      <p:sp>
        <p:nvSpPr>
          <p:cNvPr id="23" name="SK-14-text-22"/>
          <p:cNvSpPr/>
          <p:nvPr/>
        </p:nvSpPr>
        <p:spPr>
          <a:xfrm>
            <a:off x="1316682" y="3374082"/>
            <a:ext cx="3527108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OECT 심볼 라벨 겹침</a:t>
            </a:r>
            <a:endParaRPr lang="en-US" sz="1725" dirty="0"/>
          </a:p>
        </p:txBody>
      </p:sp>
      <p:sp>
        <p:nvSpPr>
          <p:cNvPr id="24" name="SK-14-text-23"/>
          <p:cNvSpPr/>
          <p:nvPr/>
        </p:nvSpPr>
        <p:spPr>
          <a:xfrm>
            <a:off x="1316682" y="3730675"/>
            <a:ext cx="2804071" cy="49366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PBS/Ag/AgCl 라벨이 게이트 막대와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살짝 겹치는 렌더링 문제</a:t>
            </a:r>
            <a:endParaRPr lang="en-US" sz="1500" dirty="0"/>
          </a:p>
        </p:txBody>
      </p:sp>
      <p:sp>
        <p:nvSpPr>
          <p:cNvPr id="25" name="SK-14-text-24"/>
          <p:cNvSpPr/>
          <p:nvPr/>
        </p:nvSpPr>
        <p:spPr>
          <a:xfrm>
            <a:off x="1316682" y="4485084"/>
            <a:ext cx="3702368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회로 토폴로지 4종 한정</a:t>
            </a:r>
            <a:endParaRPr lang="en-US" sz="1725" dirty="0"/>
          </a:p>
        </p:txBody>
      </p:sp>
      <p:sp>
        <p:nvSpPr>
          <p:cNvPr id="26" name="SK-14-text-25"/>
          <p:cNvSpPr/>
          <p:nvPr/>
        </p:nvSpPr>
        <p:spPr>
          <a:xfrm>
            <a:off x="1316682" y="4841677"/>
            <a:ext cx="4868228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더 다양한 OECT 회로 유형 커버 필요</a:t>
            </a:r>
            <a:endParaRPr lang="en-US" sz="1425" dirty="0"/>
          </a:p>
        </p:txBody>
      </p:sp>
      <p:sp>
        <p:nvSpPr>
          <p:cNvPr id="27" name="SK-14-text-26"/>
          <p:cNvSpPr/>
          <p:nvPr/>
        </p:nvSpPr>
        <p:spPr>
          <a:xfrm>
            <a:off x="1316682" y="5349180"/>
            <a:ext cx="4052888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무료 티어 한도</a:t>
            </a:r>
            <a:endParaRPr lang="en-US" sz="1725" dirty="0"/>
          </a:p>
        </p:txBody>
      </p:sp>
      <p:sp>
        <p:nvSpPr>
          <p:cNvPr id="28" name="SK-14-text-27"/>
          <p:cNvSpPr/>
          <p:nvPr/>
        </p:nvSpPr>
        <p:spPr>
          <a:xfrm>
            <a:off x="1316682" y="5705773"/>
            <a:ext cx="6388417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일일 250회 호출 제한 — 대용량 분석 시 병목</a:t>
            </a:r>
            <a:endParaRPr lang="en-US" sz="1425" dirty="0"/>
          </a:p>
        </p:txBody>
      </p:sp>
      <p:sp>
        <p:nvSpPr>
          <p:cNvPr id="29" name="SK-14-text-28"/>
          <p:cNvSpPr/>
          <p:nvPr/>
        </p:nvSpPr>
        <p:spPr>
          <a:xfrm>
            <a:off x="6339780" y="1885950"/>
            <a:ext cx="3800475" cy="32905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40C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🚀 향후 발전 방향</a:t>
            </a:r>
            <a:endParaRPr lang="en-US" sz="2250" dirty="0"/>
          </a:p>
        </p:txBody>
      </p:sp>
      <p:sp>
        <p:nvSpPr>
          <p:cNvPr id="30" name="SK-14-text-29"/>
          <p:cNvSpPr/>
          <p:nvPr/>
        </p:nvSpPr>
        <p:spPr>
          <a:xfrm>
            <a:off x="7059067" y="2489448"/>
            <a:ext cx="1949768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토폴로지 확장</a:t>
            </a:r>
            <a:endParaRPr lang="en-US" sz="1725" dirty="0"/>
          </a:p>
        </p:txBody>
      </p:sp>
      <p:sp>
        <p:nvSpPr>
          <p:cNvPr id="31" name="SK-14-text-30"/>
          <p:cNvSpPr/>
          <p:nvPr/>
        </p:nvSpPr>
        <p:spPr>
          <a:xfrm>
            <a:off x="7059067" y="2839194"/>
            <a:ext cx="5132933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differential pair, current mirror 등 추가 템플릿 구현</a:t>
            </a:r>
            <a:endParaRPr lang="en-US" sz="1425" dirty="0"/>
          </a:p>
        </p:txBody>
      </p:sp>
      <p:sp>
        <p:nvSpPr>
          <p:cNvPr id="32" name="SK-14-text-31"/>
          <p:cNvSpPr/>
          <p:nvPr/>
        </p:nvSpPr>
        <p:spPr>
          <a:xfrm>
            <a:off x="7059067" y="3367236"/>
            <a:ext cx="3001328" cy="26744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복수 논문 비교 분석</a:t>
            </a:r>
            <a:endParaRPr lang="en-US" sz="1725" dirty="0"/>
          </a:p>
        </p:txBody>
      </p:sp>
      <p:sp>
        <p:nvSpPr>
          <p:cNvPr id="33" name="SK-14-text-32"/>
          <p:cNvSpPr/>
          <p:nvPr/>
        </p:nvSpPr>
        <p:spPr>
          <a:xfrm>
            <a:off x="7059067" y="3723829"/>
            <a:ext cx="2645569" cy="4868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여러 논문의 6필드를 통합 비교하는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엔드포인트 개발</a:t>
            </a:r>
            <a:endParaRPr lang="en-US" sz="1500" dirty="0"/>
          </a:p>
        </p:txBody>
      </p:sp>
      <p:sp>
        <p:nvSpPr>
          <p:cNvPr id="34" name="SK-14-text-33"/>
          <p:cNvSpPr/>
          <p:nvPr/>
        </p:nvSpPr>
        <p:spPr>
          <a:xfrm>
            <a:off x="7059067" y="4478238"/>
            <a:ext cx="2475548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LLM 지원</a:t>
            </a:r>
            <a:endParaRPr lang="en-US" sz="1725" dirty="0"/>
          </a:p>
        </p:txBody>
      </p:sp>
      <p:sp>
        <p:nvSpPr>
          <p:cNvPr id="35" name="SK-14-text-34"/>
          <p:cNvSpPr/>
          <p:nvPr/>
        </p:nvSpPr>
        <p:spPr>
          <a:xfrm>
            <a:off x="7059067" y="4841677"/>
            <a:ext cx="5132933" cy="22621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로컬 모델 연동으로 API 한도 완전 제거</a:t>
            </a:r>
            <a:endParaRPr lang="en-US" sz="1425" dirty="0"/>
          </a:p>
        </p:txBody>
      </p:sp>
      <p:sp>
        <p:nvSpPr>
          <p:cNvPr id="36" name="SK-14-text-35"/>
          <p:cNvSpPr/>
          <p:nvPr/>
        </p:nvSpPr>
        <p:spPr>
          <a:xfrm>
            <a:off x="7059067" y="5335488"/>
            <a:ext cx="3264218" cy="2605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모션 인식 정확도 향상</a:t>
            </a:r>
            <a:endParaRPr lang="en-US" sz="1725" dirty="0"/>
          </a:p>
        </p:txBody>
      </p:sp>
      <p:sp>
        <p:nvSpPr>
          <p:cNvPr id="37" name="SK-14-text-36"/>
          <p:cNvSpPr/>
          <p:nvPr/>
        </p:nvSpPr>
        <p:spPr>
          <a:xfrm>
            <a:off x="7059067" y="5698927"/>
            <a:ext cx="2682180" cy="4868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유사 제스처 혼동 감소 — 더 세밀한</a:t>
            </a:r>
            <a:endParaRPr lang="en-US" sz="15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포즈 분류 모델 적용</a:t>
            </a:r>
            <a:endParaRPr lang="en-US" sz="1500" dirty="0"/>
          </a:p>
        </p:txBody>
      </p:sp>
      <p:sp>
        <p:nvSpPr>
          <p:cNvPr id="38" name="SK-14-text-37"/>
          <p:cNvSpPr/>
          <p:nvPr/>
        </p:nvSpPr>
        <p:spPr>
          <a:xfrm>
            <a:off x="5778996" y="6576715"/>
            <a:ext cx="2189798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/ 15</a:t>
            </a:r>
            <a:endParaRPr lang="en-US" sz="14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5-img-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5-img-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871" y="0"/>
            <a:ext cx="4510980" cy="3086100"/>
          </a:xfrm>
          <a:prstGeom prst="rect">
            <a:avLst/>
          </a:prstGeom>
        </p:spPr>
      </p:pic>
      <p:pic>
        <p:nvPicPr>
          <p:cNvPr id="4" name="SK-15-img-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875" y="1251198"/>
            <a:ext cx="1755577" cy="76200"/>
          </a:xfrm>
          <a:prstGeom prst="rect">
            <a:avLst/>
          </a:prstGeom>
        </p:spPr>
      </p:pic>
      <p:pic>
        <p:nvPicPr>
          <p:cNvPr id="5" name="SK-15-img-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875" y="1549896"/>
            <a:ext cx="6754267" cy="1104007"/>
          </a:xfrm>
          <a:prstGeom prst="rect">
            <a:avLst/>
          </a:prstGeom>
        </p:spPr>
      </p:pic>
      <p:pic>
        <p:nvPicPr>
          <p:cNvPr id="6" name="SK-15-img-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875" y="1549896"/>
            <a:ext cx="109686" cy="1104007"/>
          </a:xfrm>
          <a:prstGeom prst="rect">
            <a:avLst/>
          </a:prstGeom>
        </p:spPr>
      </p:pic>
      <p:pic>
        <p:nvPicPr>
          <p:cNvPr id="7" name="SK-15-img-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875" y="2743200"/>
            <a:ext cx="6754267" cy="1104007"/>
          </a:xfrm>
          <a:prstGeom prst="rect">
            <a:avLst/>
          </a:prstGeom>
        </p:spPr>
      </p:pic>
      <p:pic>
        <p:nvPicPr>
          <p:cNvPr id="8" name="SK-15-img-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7875" y="2743200"/>
            <a:ext cx="109686" cy="1104007"/>
          </a:xfrm>
          <a:prstGeom prst="rect">
            <a:avLst/>
          </a:prstGeom>
        </p:spPr>
      </p:pic>
      <p:pic>
        <p:nvPicPr>
          <p:cNvPr id="9" name="SK-15-img-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875" y="3936355"/>
            <a:ext cx="6754267" cy="1104007"/>
          </a:xfrm>
          <a:prstGeom prst="rect">
            <a:avLst/>
          </a:prstGeom>
        </p:spPr>
      </p:pic>
      <p:pic>
        <p:nvPicPr>
          <p:cNvPr id="10" name="SK-15-img-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875" y="3936355"/>
            <a:ext cx="109686" cy="1104007"/>
          </a:xfrm>
          <a:prstGeom prst="rect">
            <a:avLst/>
          </a:prstGeom>
        </p:spPr>
      </p:pic>
      <p:pic>
        <p:nvPicPr>
          <p:cNvPr id="11" name="SK-15-img-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7875" y="5129659"/>
            <a:ext cx="6754267" cy="1104007"/>
          </a:xfrm>
          <a:prstGeom prst="rect">
            <a:avLst/>
          </a:prstGeom>
        </p:spPr>
      </p:pic>
      <p:pic>
        <p:nvPicPr>
          <p:cNvPr id="13" name="SK-15-img-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450657"/>
            <a:ext cx="12192000" cy="19050"/>
          </a:xfrm>
          <a:prstGeom prst="rect">
            <a:avLst/>
          </a:prstGeom>
        </p:spPr>
      </p:pic>
      <p:pic>
        <p:nvPicPr>
          <p:cNvPr id="14" name="SK-15-img-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1490" y="4437013"/>
            <a:ext cx="2206675" cy="383977"/>
          </a:xfrm>
          <a:prstGeom prst="rect">
            <a:avLst/>
          </a:prstGeom>
        </p:spPr>
      </p:pic>
      <p:pic>
        <p:nvPicPr>
          <p:cNvPr id="15" name="SK-15-img-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7482" y="1529209"/>
            <a:ext cx="3511153" cy="2695129"/>
          </a:xfrm>
          <a:prstGeom prst="rect">
            <a:avLst/>
          </a:prstGeom>
        </p:spPr>
      </p:pic>
      <p:sp>
        <p:nvSpPr>
          <p:cNvPr id="16" name="SK-15-text-15"/>
          <p:cNvSpPr/>
          <p:nvPr/>
        </p:nvSpPr>
        <p:spPr>
          <a:xfrm>
            <a:off x="365671" y="308521"/>
            <a:ext cx="3643313" cy="17829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42A5F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 · PAGE 15</a:t>
            </a:r>
            <a:endParaRPr lang="en-US" sz="1275" dirty="0"/>
          </a:p>
        </p:txBody>
      </p:sp>
      <p:sp>
        <p:nvSpPr>
          <p:cNvPr id="17" name="SK-15-text-16"/>
          <p:cNvSpPr/>
          <p:nvPr/>
        </p:nvSpPr>
        <p:spPr>
          <a:xfrm>
            <a:off x="365671" y="617190"/>
            <a:ext cx="5357813" cy="5554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33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질의응답 (Q&amp;A)</a:t>
            </a:r>
            <a:endParaRPr lang="en-US" sz="3375" dirty="0"/>
          </a:p>
        </p:txBody>
      </p:sp>
      <p:sp>
        <p:nvSpPr>
          <p:cNvPr id="18" name="SK-15-text-17"/>
          <p:cNvSpPr/>
          <p:nvPr/>
        </p:nvSpPr>
        <p:spPr>
          <a:xfrm>
            <a:off x="670471" y="1810494"/>
            <a:ext cx="8501063" cy="25360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왜 Gemini가 코드를 직접 짜지 않고 템플릿을 쓰나요?</a:t>
            </a:r>
            <a:endParaRPr lang="en-US" sz="1575" dirty="0"/>
          </a:p>
        </p:txBody>
      </p:sp>
      <p:sp>
        <p:nvSpPr>
          <p:cNvPr id="19" name="SK-15-text-18"/>
          <p:cNvSpPr/>
          <p:nvPr/>
        </p:nvSpPr>
        <p:spPr>
          <a:xfrm>
            <a:off x="1133773" y="2180779"/>
            <a:ext cx="9951720" cy="1988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결과 직접 코드 생성은 재현성 없어 품질 불안정 — LLM을 분류기로만 사용해 안정성 확보.</a:t>
            </a:r>
            <a:endParaRPr lang="en-US" sz="1200" dirty="0"/>
          </a:p>
        </p:txBody>
      </p:sp>
      <p:sp>
        <p:nvSpPr>
          <p:cNvPr id="20" name="SK-15-text-19"/>
          <p:cNvSpPr/>
          <p:nvPr/>
        </p:nvSpPr>
        <p:spPr>
          <a:xfrm>
            <a:off x="670471" y="3010644"/>
            <a:ext cx="5860733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PDF 차단 논문은 어떻게 분석하나요?</a:t>
            </a:r>
            <a:endParaRPr lang="en-US" sz="1575" dirty="0"/>
          </a:p>
        </p:txBody>
      </p:sp>
      <p:sp>
        <p:nvSpPr>
          <p:cNvPr id="21" name="SK-15-text-20"/>
          <p:cNvSpPr/>
          <p:nvPr/>
        </p:nvSpPr>
        <p:spPr>
          <a:xfrm>
            <a:off x="1133773" y="3374082"/>
            <a:ext cx="9951720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출판사 403 차단 시 '업로드 분석' 버튼 자동 노출 — 사용자가 직접 다운로드 후 업로드.</a:t>
            </a:r>
            <a:endParaRPr lang="en-US" sz="1200" dirty="0"/>
          </a:p>
        </p:txBody>
      </p:sp>
      <p:sp>
        <p:nvSpPr>
          <p:cNvPr id="22" name="SK-15-text-21"/>
          <p:cNvSpPr/>
          <p:nvPr/>
        </p:nvSpPr>
        <p:spPr>
          <a:xfrm>
            <a:off x="670471" y="4196953"/>
            <a:ext cx="5860733" cy="2467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OpenAlex 검색 품질은 어떤가요?</a:t>
            </a:r>
            <a:endParaRPr lang="en-US" sz="1575" dirty="0"/>
          </a:p>
        </p:txBody>
      </p:sp>
      <p:sp>
        <p:nvSpPr>
          <p:cNvPr id="23" name="SK-15-text-22"/>
          <p:cNvSpPr/>
          <p:nvPr/>
        </p:nvSpPr>
        <p:spPr>
          <a:xfrm>
            <a:off x="1133773" y="4553694"/>
            <a:ext cx="9037320" cy="205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오픈 학술 DB, API 키 없이 사용 가능. OECT 관련 논문 수백 편 커버.</a:t>
            </a:r>
            <a:endParaRPr lang="en-US" sz="1200" dirty="0"/>
          </a:p>
        </p:txBody>
      </p:sp>
      <p:sp>
        <p:nvSpPr>
          <p:cNvPr id="26" name="SK-15-text-25"/>
          <p:cNvSpPr/>
          <p:nvPr/>
        </p:nvSpPr>
        <p:spPr>
          <a:xfrm>
            <a:off x="8607475" y="5019973"/>
            <a:ext cx="2352675" cy="40451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2850" dirty="0"/>
          </a:p>
        </p:txBody>
      </p:sp>
      <p:sp>
        <p:nvSpPr>
          <p:cNvPr id="27" name="SK-15-text-26"/>
          <p:cNvSpPr/>
          <p:nvPr/>
        </p:nvSpPr>
        <p:spPr>
          <a:xfrm>
            <a:off x="7778353" y="5630317"/>
            <a:ext cx="4413647" cy="23991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BEC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GitHub: github.com/mj035/oect_project</a:t>
            </a:r>
            <a:endParaRPr lang="en-US" sz="1500" dirty="0"/>
          </a:p>
        </p:txBody>
      </p:sp>
      <p:sp>
        <p:nvSpPr>
          <p:cNvPr id="28" name="SK-15-text-27"/>
          <p:cNvSpPr/>
          <p:nvPr/>
        </p:nvSpPr>
        <p:spPr>
          <a:xfrm>
            <a:off x="11375082" y="6583561"/>
            <a:ext cx="816918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/ 15</a:t>
            </a:r>
            <a:endParaRPr lang="en-US" sz="14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1274</Words>
  <Application>Microsoft Office PowerPoint</Application>
  <PresentationFormat>와이드스크린</PresentationFormat>
  <Paragraphs>264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Arial</vt:lpstr>
      <vt:lpstr>Noto Sans KR</vt:lpstr>
      <vt:lpstr>Roboto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민재 오</cp:lastModifiedBy>
  <cp:revision>11</cp:revision>
  <dcterms:created xsi:type="dcterms:W3CDTF">2026-06-07T02:11:12Z</dcterms:created>
  <dcterms:modified xsi:type="dcterms:W3CDTF">2026-06-07T11:16:57Z</dcterms:modified>
</cp:coreProperties>
</file>